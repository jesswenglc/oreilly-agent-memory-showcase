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70" r:id="rId4"/>
    <p:sldMasterId id="2147483771" r:id="rId5"/>
    <p:sldMasterId id="21474837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Lst>
  <p:sldSz cy="5143500" cx="9144000"/>
  <p:notesSz cx="6858000" cy="9144000"/>
  <p:embeddedFontLst>
    <p:embeddedFont>
      <p:font typeface="IBM Plex Mono Medium"/>
      <p:regular r:id="rId121"/>
      <p:bold r:id="rId122"/>
      <p:italic r:id="rId123"/>
      <p:boldItalic r:id="rId124"/>
    </p:embeddedFont>
    <p:embeddedFont>
      <p:font typeface="Inter SemiBold"/>
      <p:regular r:id="rId125"/>
      <p:bold r:id="rId126"/>
      <p:italic r:id="rId127"/>
      <p:boldItalic r:id="rId128"/>
    </p:embeddedFont>
    <p:embeddedFont>
      <p:font typeface="Inter"/>
      <p:regular r:id="rId129"/>
      <p:bold r:id="rId130"/>
      <p:italic r:id="rId131"/>
      <p:boldItalic r:id="rId132"/>
    </p:embeddedFont>
    <p:embeddedFont>
      <p:font typeface="Inter Tight"/>
      <p:regular r:id="rId133"/>
      <p:bold r:id="rId134"/>
      <p:italic r:id="rId135"/>
      <p:boldItalic r:id="rId136"/>
    </p:embeddedFont>
    <p:embeddedFont>
      <p:font typeface="IBM Plex Mono"/>
      <p:regular r:id="rId137"/>
      <p:bold r:id="rId138"/>
      <p:italic r:id="rId139"/>
      <p:boldItalic r:id="rId1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71062D-4E2A-4993-91A8-4627D3761283}">
  <a:tblStyle styleId="{9B71062D-4E2A-4993-91A8-4627D376128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font" Target="fonts/Inter-regular.fntdata"/><Relationship Id="rId128" Type="http://schemas.openxmlformats.org/officeDocument/2006/relationships/font" Target="fonts/InterSemiBold-boldItalic.fntdata"/><Relationship Id="rId127" Type="http://schemas.openxmlformats.org/officeDocument/2006/relationships/font" Target="fonts/InterSemiBold-italic.fntdata"/><Relationship Id="rId126" Type="http://schemas.openxmlformats.org/officeDocument/2006/relationships/font" Target="fonts/InterSemiBold-bold.fntdata"/><Relationship Id="rId26" Type="http://schemas.openxmlformats.org/officeDocument/2006/relationships/slide" Target="slides/slide19.xml"/><Relationship Id="rId121" Type="http://schemas.openxmlformats.org/officeDocument/2006/relationships/font" Target="fonts/IBMPlexMonoMedium-regular.fntdata"/><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font" Target="fonts/InterSemiBold-regular.fntdata"/><Relationship Id="rId29" Type="http://schemas.openxmlformats.org/officeDocument/2006/relationships/slide" Target="slides/slide22.xml"/><Relationship Id="rId124" Type="http://schemas.openxmlformats.org/officeDocument/2006/relationships/font" Target="fonts/IBMPlexMonoMedium-boldItalic.fntdata"/><Relationship Id="rId123" Type="http://schemas.openxmlformats.org/officeDocument/2006/relationships/font" Target="fonts/IBMPlexMonoMedium-italic.fntdata"/><Relationship Id="rId122" Type="http://schemas.openxmlformats.org/officeDocument/2006/relationships/font" Target="fonts/IBMPlexMonoMedium-bold.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0" Type="http://schemas.openxmlformats.org/officeDocument/2006/relationships/font" Target="fonts/IBMPlexMono-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font" Target="fonts/IBMPlexMono-italic.fntdata"/><Relationship Id="rId138" Type="http://schemas.openxmlformats.org/officeDocument/2006/relationships/font" Target="fonts/IBMPlexMono-bold.fntdata"/><Relationship Id="rId137" Type="http://schemas.openxmlformats.org/officeDocument/2006/relationships/font" Target="fonts/IBMPlexMono-regular.fntdata"/><Relationship Id="rId132" Type="http://schemas.openxmlformats.org/officeDocument/2006/relationships/font" Target="fonts/Inter-boldItalic.fntdata"/><Relationship Id="rId131" Type="http://schemas.openxmlformats.org/officeDocument/2006/relationships/font" Target="fonts/Inter-italic.fntdata"/><Relationship Id="rId130" Type="http://schemas.openxmlformats.org/officeDocument/2006/relationships/font" Target="fonts/Inter-bold.fntdata"/><Relationship Id="rId136" Type="http://schemas.openxmlformats.org/officeDocument/2006/relationships/font" Target="fonts/InterTight-boldItalic.fntdata"/><Relationship Id="rId135" Type="http://schemas.openxmlformats.org/officeDocument/2006/relationships/font" Target="fonts/InterTight-italic.fntdata"/><Relationship Id="rId134" Type="http://schemas.openxmlformats.org/officeDocument/2006/relationships/font" Target="fonts/InterTight-bold.fntdata"/><Relationship Id="rId133" Type="http://schemas.openxmlformats.org/officeDocument/2006/relationships/font" Target="fonts/InterTight-regular.fntdata"/><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h767fa1001347e3e3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2" name="Google Shape;1252;h767fa1001347e3e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h10cbc165b696c4e7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h10cbc165b696c4e7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h609e01f23e9f6b9b_1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h609e01f23e9f6b9b_1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h609e01f23e9f6b9b_1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h609e01f23e9f6b9b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h227bd5bbb9159e3b_8_1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h227bd5bbb9159e3b_8_1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h227bd5bbb9159e3b_8_1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h227bd5bbb9159e3b_8_1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fa0e02516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3fa0e02516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3f9dd92df4a_1_5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3f9dd92df4a_1_5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3f9dd92df4a_1_5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3f9dd92df4a_1_5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f9dd92df4a_1_5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3f9dd92df4a_1_5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3fa0e025164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3fa0e025164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fa0e025164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0" name="Google Shape;1400;g3fa0e025164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h227bd5bbb9159e3b_8_1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h227bd5bbb9159e3b_8_1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3f9dd92df4a_1_6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3f9dd92df4a_1_6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3f698c756e6_2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3f698c756e6_2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3f698c756e6_2_1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3f698c756e6_2_1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h767fa1001347e3e3_2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h767fa1001347e3e3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f698c756e6_2_1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3f698c756e6_2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h767fa1001347e3e3_2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6" name="Google Shape;1496;h767fa1001347e3e3_2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3f698c756e6_2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3f698c756e6_2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3f698c756e6_2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g3f698c756e6_2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g3fba6bbaf11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2" name="Google Shape;1552;g3fba6bbaf11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3fba6bbaf11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6" name="Google Shape;1586;g3fba6bbaf11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3fba5fbaff7_2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3fba5fbaff7_2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g3f9dd92df4a_1_2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1" name="Google Shape;1661;g3f9dd92df4a_1_2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3f8e04522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7" name="Google Shape;1667;g3f8e04522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g3f8e04522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4" name="Google Shape;1674;g3f8e04522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g3f8e04522e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1" name="Google Shape;1681;g3f8e04522e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3f8e04522e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3f8e04522e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h227bd5bbb9159e3b_8_1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5" name="Google Shape;1695;h227bd5bbb9159e3b_8_1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h227bd5bbb9159e3b_8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5" name="Google Shape;1735;h227bd5bbb9159e3b_8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3fba6bbaf11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3fba6bbaf11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h227bd5bbb9159e3b_8_1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h227bd5bbb9159e3b_8_1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9" name="Shape 1759"/>
        <p:cNvGrpSpPr/>
        <p:nvPr/>
      </p:nvGrpSpPr>
      <p:grpSpPr>
        <a:xfrm>
          <a:off x="0" y="0"/>
          <a:ext cx="0" cy="0"/>
          <a:chOff x="0" y="0"/>
          <a:chExt cx="0" cy="0"/>
        </a:xfrm>
      </p:grpSpPr>
      <p:sp>
        <p:nvSpPr>
          <p:cNvPr id="1760" name="Google Shape;1760;h10cbc165b696c4e7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1" name="Google Shape;1761;h10cbc165b696c4e7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h227bd5bbb9159e3b_8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h227bd5bbb9159e3b_8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7" name="Shape 1787"/>
        <p:cNvGrpSpPr/>
        <p:nvPr/>
      </p:nvGrpSpPr>
      <p:grpSpPr>
        <a:xfrm>
          <a:off x="0" y="0"/>
          <a:ext cx="0" cy="0"/>
          <a:chOff x="0" y="0"/>
          <a:chExt cx="0" cy="0"/>
        </a:xfrm>
      </p:grpSpPr>
      <p:sp>
        <p:nvSpPr>
          <p:cNvPr id="1788" name="Google Shape;1788;h767fa1001347e3e3_2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9" name="Google Shape;1789;h767fa1001347e3e3_2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h767fa1001347e3e3_2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6" name="Google Shape;1796;h767fa1001347e3e3_2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h767fa1001347e3e3_2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5" name="Google Shape;1805;h767fa1001347e3e3_2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h767fa1001347e3e3_2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7" name="Google Shape;1817;h767fa1001347e3e3_2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767fa1001347e3e3_2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h767fa1001347e3e3_2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h227bd5bbb9159e3b_8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7" name="Google Shape;1847;h227bd5bbb9159e3b_8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h227bd5bbb9159e3b_8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8" name="Google Shape;1858;h227bd5bbb9159e3b_8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h227bd5bbb9159e3b_8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1" name="Google Shape;1871;h227bd5bbb9159e3b_8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h227bd5bbb9159e3b_8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h227bd5bbb9159e3b_8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h227bd5bbb9159e3b_8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3" name="Google Shape;1903;h227bd5bbb9159e3b_8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h227bd5bbb9159e3b_8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1" name="Google Shape;1921;h227bd5bbb9159e3b_8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8" name="Shape 1938"/>
        <p:cNvGrpSpPr/>
        <p:nvPr/>
      </p:nvGrpSpPr>
      <p:grpSpPr>
        <a:xfrm>
          <a:off x="0" y="0"/>
          <a:ext cx="0" cy="0"/>
          <a:chOff x="0" y="0"/>
          <a:chExt cx="0" cy="0"/>
        </a:xfrm>
      </p:grpSpPr>
      <p:sp>
        <p:nvSpPr>
          <p:cNvPr id="1939" name="Google Shape;1939;h227bd5bbb9159e3b_8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0" name="Google Shape;1940;h227bd5bbb9159e3b_8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h227bd5bbb9159e3b_8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h227bd5bbb9159e3b_8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h227bd5bbb9159e3b_8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4" name="Google Shape;1984;h227bd5bbb9159e3b_8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h227bd5bbb9159e3b_8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0" name="Google Shape;2010;h227bd5bbb9159e3b_8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h227bd5bbb9159e3b_8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4" name="Google Shape;2044;h227bd5bbb9159e3b_8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h227bd5bbb9159e3b_8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6" name="Google Shape;2076;h227bd5bbb9159e3b_8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h227bd5bbb9159e3b_8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1" name="Google Shape;2111;h227bd5bbb9159e3b_8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6" name="Shape 2146"/>
        <p:cNvGrpSpPr/>
        <p:nvPr/>
      </p:nvGrpSpPr>
      <p:grpSpPr>
        <a:xfrm>
          <a:off x="0" y="0"/>
          <a:ext cx="0" cy="0"/>
          <a:chOff x="0" y="0"/>
          <a:chExt cx="0" cy="0"/>
        </a:xfrm>
      </p:grpSpPr>
      <p:sp>
        <p:nvSpPr>
          <p:cNvPr id="2147" name="Google Shape;2147;h227bd5bbb9159e3b_8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8" name="Google Shape;2148;h227bd5bbb9159e3b_8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h227bd5bbb9159e3b_8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h227bd5bbb9159e3b_8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h227bd5bbb9159e3b_8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h227bd5bbb9159e3b_8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7" name="Shape 2247"/>
        <p:cNvGrpSpPr/>
        <p:nvPr/>
      </p:nvGrpSpPr>
      <p:grpSpPr>
        <a:xfrm>
          <a:off x="0" y="0"/>
          <a:ext cx="0" cy="0"/>
          <a:chOff x="0" y="0"/>
          <a:chExt cx="0" cy="0"/>
        </a:xfrm>
      </p:grpSpPr>
      <p:sp>
        <p:nvSpPr>
          <p:cNvPr id="2248" name="Google Shape;2248;h227bd5bbb9159e3b_8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9" name="Google Shape;2249;h227bd5bbb9159e3b_8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2" name="Shape 2272"/>
        <p:cNvGrpSpPr/>
        <p:nvPr/>
      </p:nvGrpSpPr>
      <p:grpSpPr>
        <a:xfrm>
          <a:off x="0" y="0"/>
          <a:ext cx="0" cy="0"/>
          <a:chOff x="0" y="0"/>
          <a:chExt cx="0" cy="0"/>
        </a:xfrm>
      </p:grpSpPr>
      <p:sp>
        <p:nvSpPr>
          <p:cNvPr id="2273" name="Google Shape;2273;h227bd5bbb9159e3b_8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4" name="Google Shape;2274;h227bd5bbb9159e3b_8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4" name="Shape 2304"/>
        <p:cNvGrpSpPr/>
        <p:nvPr/>
      </p:nvGrpSpPr>
      <p:grpSpPr>
        <a:xfrm>
          <a:off x="0" y="0"/>
          <a:ext cx="0" cy="0"/>
          <a:chOff x="0" y="0"/>
          <a:chExt cx="0" cy="0"/>
        </a:xfrm>
      </p:grpSpPr>
      <p:sp>
        <p:nvSpPr>
          <p:cNvPr id="2305" name="Google Shape;2305;h227bd5bbb9159e3b_8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6" name="Google Shape;2306;h227bd5bbb9159e3b_8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h227bd5bbb9159e3b_8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8" name="Google Shape;2338;h227bd5bbb9159e3b_8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9" name="Shape 2369"/>
        <p:cNvGrpSpPr/>
        <p:nvPr/>
      </p:nvGrpSpPr>
      <p:grpSpPr>
        <a:xfrm>
          <a:off x="0" y="0"/>
          <a:ext cx="0" cy="0"/>
          <a:chOff x="0" y="0"/>
          <a:chExt cx="0" cy="0"/>
        </a:xfrm>
      </p:grpSpPr>
      <p:sp>
        <p:nvSpPr>
          <p:cNvPr id="2370" name="Google Shape;2370;h227bd5bbb9159e3b_8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1" name="Google Shape;2371;h227bd5bbb9159e3b_8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8" name="Shape 2408"/>
        <p:cNvGrpSpPr/>
        <p:nvPr/>
      </p:nvGrpSpPr>
      <p:grpSpPr>
        <a:xfrm>
          <a:off x="0" y="0"/>
          <a:ext cx="0" cy="0"/>
          <a:chOff x="0" y="0"/>
          <a:chExt cx="0" cy="0"/>
        </a:xfrm>
      </p:grpSpPr>
      <p:sp>
        <p:nvSpPr>
          <p:cNvPr id="2409" name="Google Shape;2409;h2f511c040b5b71f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0" name="Google Shape;2410;h2f511c040b5b71f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h767fa1001347e3e3_2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6" name="Google Shape;2416;h767fa1001347e3e3_2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h2f511c040b5b71f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2" name="Google Shape;2422;h2f511c040b5b71f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6" name="Shape 2426"/>
        <p:cNvGrpSpPr/>
        <p:nvPr/>
      </p:nvGrpSpPr>
      <p:grpSpPr>
        <a:xfrm>
          <a:off x="0" y="0"/>
          <a:ext cx="0" cy="0"/>
          <a:chOff x="0" y="0"/>
          <a:chExt cx="0" cy="0"/>
        </a:xfrm>
      </p:grpSpPr>
      <p:sp>
        <p:nvSpPr>
          <p:cNvPr id="2427" name="Google Shape;2427;h2f511c040b5b71f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8" name="Google Shape;2428;h2f511c040b5b71f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4" name="Shape 2434"/>
        <p:cNvGrpSpPr/>
        <p:nvPr/>
      </p:nvGrpSpPr>
      <p:grpSpPr>
        <a:xfrm>
          <a:off x="0" y="0"/>
          <a:ext cx="0" cy="0"/>
          <a:chOff x="0" y="0"/>
          <a:chExt cx="0" cy="0"/>
        </a:xfrm>
      </p:grpSpPr>
      <p:sp>
        <p:nvSpPr>
          <p:cNvPr id="2435" name="Google Shape;2435;h227bd5bbb9159e3b_8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6" name="Google Shape;2436;h227bd5bbb9159e3b_8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4" name="Shape 2474"/>
        <p:cNvGrpSpPr/>
        <p:nvPr/>
      </p:nvGrpSpPr>
      <p:grpSpPr>
        <a:xfrm>
          <a:off x="0" y="0"/>
          <a:ext cx="0" cy="0"/>
          <a:chOff x="0" y="0"/>
          <a:chExt cx="0" cy="0"/>
        </a:xfrm>
      </p:grpSpPr>
      <p:sp>
        <p:nvSpPr>
          <p:cNvPr id="2475" name="Google Shape;2475;h227bd5bbb9159e3b_8_1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6" name="Google Shape;2476;h227bd5bbb9159e3b_8_1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0" name="Shape 2480"/>
        <p:cNvGrpSpPr/>
        <p:nvPr/>
      </p:nvGrpSpPr>
      <p:grpSpPr>
        <a:xfrm>
          <a:off x="0" y="0"/>
          <a:ext cx="0" cy="0"/>
          <a:chOff x="0" y="0"/>
          <a:chExt cx="0" cy="0"/>
        </a:xfrm>
      </p:grpSpPr>
      <p:sp>
        <p:nvSpPr>
          <p:cNvPr id="2481" name="Google Shape;2481;h227bd5bbb9159e3b_8_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2" name="Google Shape;2482;h227bd5bbb9159e3b_8_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9" name="Shape 2489"/>
        <p:cNvGrpSpPr/>
        <p:nvPr/>
      </p:nvGrpSpPr>
      <p:grpSpPr>
        <a:xfrm>
          <a:off x="0" y="0"/>
          <a:ext cx="0" cy="0"/>
          <a:chOff x="0" y="0"/>
          <a:chExt cx="0" cy="0"/>
        </a:xfrm>
      </p:grpSpPr>
      <p:sp>
        <p:nvSpPr>
          <p:cNvPr id="2490" name="Google Shape;2490;h227bd5bbb9159e3b_8_1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1" name="Google Shape;2491;h227bd5bbb9159e3b_8_1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5" name="Shape 2495"/>
        <p:cNvGrpSpPr/>
        <p:nvPr/>
      </p:nvGrpSpPr>
      <p:grpSpPr>
        <a:xfrm>
          <a:off x="0" y="0"/>
          <a:ext cx="0" cy="0"/>
          <a:chOff x="0" y="0"/>
          <a:chExt cx="0" cy="0"/>
        </a:xfrm>
      </p:grpSpPr>
      <p:sp>
        <p:nvSpPr>
          <p:cNvPr id="2496" name="Google Shape;2496;h227bd5bbb9159e3b_8_1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7" name="Google Shape;2497;h227bd5bbb9159e3b_8_1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1" name="Shape 2501"/>
        <p:cNvGrpSpPr/>
        <p:nvPr/>
      </p:nvGrpSpPr>
      <p:grpSpPr>
        <a:xfrm>
          <a:off x="0" y="0"/>
          <a:ext cx="0" cy="0"/>
          <a:chOff x="0" y="0"/>
          <a:chExt cx="0" cy="0"/>
        </a:xfrm>
      </p:grpSpPr>
      <p:sp>
        <p:nvSpPr>
          <p:cNvPr id="2502" name="Google Shape;2502;h227bd5bbb9159e3b_8_1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3" name="Google Shape;2503;h227bd5bbb9159e3b_8_1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h227bd5bbb9159e3b_8_1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1" name="Google Shape;2511;h227bd5bbb9159e3b_8_1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5" name="Shape 2515"/>
        <p:cNvGrpSpPr/>
        <p:nvPr/>
      </p:nvGrpSpPr>
      <p:grpSpPr>
        <a:xfrm>
          <a:off x="0" y="0"/>
          <a:ext cx="0" cy="0"/>
          <a:chOff x="0" y="0"/>
          <a:chExt cx="0" cy="0"/>
        </a:xfrm>
      </p:grpSpPr>
      <p:sp>
        <p:nvSpPr>
          <p:cNvPr id="2516" name="Google Shape;2516;h227bd5bbb9159e3b_8_1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7" name="Google Shape;2517;h227bd5bbb9159e3b_8_1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1" name="Shape 2521"/>
        <p:cNvGrpSpPr/>
        <p:nvPr/>
      </p:nvGrpSpPr>
      <p:grpSpPr>
        <a:xfrm>
          <a:off x="0" y="0"/>
          <a:ext cx="0" cy="0"/>
          <a:chOff x="0" y="0"/>
          <a:chExt cx="0" cy="0"/>
        </a:xfrm>
      </p:grpSpPr>
      <p:sp>
        <p:nvSpPr>
          <p:cNvPr id="2522" name="Google Shape;2522;h2f511c040b5b71f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3" name="Google Shape;2523;h2f511c040b5b71f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g3f9dd92df4a_1_6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3" name="Google Shape;2563;g3f9dd92df4a_1_6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2" name="Shape 2602"/>
        <p:cNvGrpSpPr/>
        <p:nvPr/>
      </p:nvGrpSpPr>
      <p:grpSpPr>
        <a:xfrm>
          <a:off x="0" y="0"/>
          <a:ext cx="0" cy="0"/>
          <a:chOff x="0" y="0"/>
          <a:chExt cx="0" cy="0"/>
        </a:xfrm>
      </p:grpSpPr>
      <p:sp>
        <p:nvSpPr>
          <p:cNvPr id="2603" name="Google Shape;2603;g3fa0e02516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4" name="Google Shape;2604;g3fa0e02516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8" name="Shape 2608"/>
        <p:cNvGrpSpPr/>
        <p:nvPr/>
      </p:nvGrpSpPr>
      <p:grpSpPr>
        <a:xfrm>
          <a:off x="0" y="0"/>
          <a:ext cx="0" cy="0"/>
          <a:chOff x="0" y="0"/>
          <a:chExt cx="0" cy="0"/>
        </a:xfrm>
      </p:grpSpPr>
      <p:sp>
        <p:nvSpPr>
          <p:cNvPr id="2609" name="Google Shape;2609;g3fa0e02516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0" name="Google Shape;2610;g3fa0e02516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g3fa0e025164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8" name="Google Shape;2618;g3fa0e025164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g3fa0e025164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8" name="Google Shape;2628;g3fa0e025164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0" name="Shape 2640"/>
        <p:cNvGrpSpPr/>
        <p:nvPr/>
      </p:nvGrpSpPr>
      <p:grpSpPr>
        <a:xfrm>
          <a:off x="0" y="0"/>
          <a:ext cx="0" cy="0"/>
          <a:chOff x="0" y="0"/>
          <a:chExt cx="0" cy="0"/>
        </a:xfrm>
      </p:grpSpPr>
      <p:sp>
        <p:nvSpPr>
          <p:cNvPr id="2641" name="Google Shape;2641;g3fa0e025164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2" name="Google Shape;2642;g3fa0e025164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7" name="Shape 2657"/>
        <p:cNvGrpSpPr/>
        <p:nvPr/>
      </p:nvGrpSpPr>
      <p:grpSpPr>
        <a:xfrm>
          <a:off x="0" y="0"/>
          <a:ext cx="0" cy="0"/>
          <a:chOff x="0" y="0"/>
          <a:chExt cx="0" cy="0"/>
        </a:xfrm>
      </p:grpSpPr>
      <p:sp>
        <p:nvSpPr>
          <p:cNvPr id="2658" name="Google Shape;2658;g3f8c0d1f94f_23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9" name="Google Shape;2659;g3f8c0d1f94f_23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6" name="Shape 2676"/>
        <p:cNvGrpSpPr/>
        <p:nvPr/>
      </p:nvGrpSpPr>
      <p:grpSpPr>
        <a:xfrm>
          <a:off x="0" y="0"/>
          <a:ext cx="0" cy="0"/>
          <a:chOff x="0" y="0"/>
          <a:chExt cx="0" cy="0"/>
        </a:xfrm>
      </p:grpSpPr>
      <p:sp>
        <p:nvSpPr>
          <p:cNvPr id="2677" name="Google Shape;2677;g3fa0e025164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8" name="Google Shape;2678;g3fa0e025164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8" name="Shape 2688"/>
        <p:cNvGrpSpPr/>
        <p:nvPr/>
      </p:nvGrpSpPr>
      <p:grpSpPr>
        <a:xfrm>
          <a:off x="0" y="0"/>
          <a:ext cx="0" cy="0"/>
          <a:chOff x="0" y="0"/>
          <a:chExt cx="0" cy="0"/>
        </a:xfrm>
      </p:grpSpPr>
      <p:sp>
        <p:nvSpPr>
          <p:cNvPr id="2689" name="Google Shape;2689;g3fa0e025164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0" name="Google Shape;2690;g3fa0e025164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0" name="Shape 2700"/>
        <p:cNvGrpSpPr/>
        <p:nvPr/>
      </p:nvGrpSpPr>
      <p:grpSpPr>
        <a:xfrm>
          <a:off x="0" y="0"/>
          <a:ext cx="0" cy="0"/>
          <a:chOff x="0" y="0"/>
          <a:chExt cx="0" cy="0"/>
        </a:xfrm>
      </p:grpSpPr>
      <p:sp>
        <p:nvSpPr>
          <p:cNvPr id="2701" name="Google Shape;2701;g3f8d765f27b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2" name="Google Shape;2702;g3f8d765f27b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2" name="Shape 2712"/>
        <p:cNvGrpSpPr/>
        <p:nvPr/>
      </p:nvGrpSpPr>
      <p:grpSpPr>
        <a:xfrm>
          <a:off x="0" y="0"/>
          <a:ext cx="0" cy="0"/>
          <a:chOff x="0" y="0"/>
          <a:chExt cx="0" cy="0"/>
        </a:xfrm>
      </p:grpSpPr>
      <p:sp>
        <p:nvSpPr>
          <p:cNvPr id="2713" name="Google Shape;2713;h10cbc165b696c4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4" name="Google Shape;2714;h10cbc165b696c4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5" name="Shape 2725"/>
        <p:cNvGrpSpPr/>
        <p:nvPr/>
      </p:nvGrpSpPr>
      <p:grpSpPr>
        <a:xfrm>
          <a:off x="0" y="0"/>
          <a:ext cx="0" cy="0"/>
          <a:chOff x="0" y="0"/>
          <a:chExt cx="0" cy="0"/>
        </a:xfrm>
      </p:grpSpPr>
      <p:sp>
        <p:nvSpPr>
          <p:cNvPr id="2726" name="Google Shape;2726;h10cbc165b696c4e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7" name="Google Shape;2727;h10cbc165b696c4e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9" name="Shape 2739"/>
        <p:cNvGrpSpPr/>
        <p:nvPr/>
      </p:nvGrpSpPr>
      <p:grpSpPr>
        <a:xfrm>
          <a:off x="0" y="0"/>
          <a:ext cx="0" cy="0"/>
          <a:chOff x="0" y="0"/>
          <a:chExt cx="0" cy="0"/>
        </a:xfrm>
      </p:grpSpPr>
      <p:sp>
        <p:nvSpPr>
          <p:cNvPr id="2740" name="Google Shape;2740;g3fa0e02516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1" name="Google Shape;2741;g3fa0e02516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5" name="Shape 2755"/>
        <p:cNvGrpSpPr/>
        <p:nvPr/>
      </p:nvGrpSpPr>
      <p:grpSpPr>
        <a:xfrm>
          <a:off x="0" y="0"/>
          <a:ext cx="0" cy="0"/>
          <a:chOff x="0" y="0"/>
          <a:chExt cx="0" cy="0"/>
        </a:xfrm>
      </p:grpSpPr>
      <p:sp>
        <p:nvSpPr>
          <p:cNvPr id="2756" name="Google Shape;2756;g3f8d765f27b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7" name="Google Shape;2757;g3f8d765f27b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3" name="Shape 2773"/>
        <p:cNvGrpSpPr/>
        <p:nvPr/>
      </p:nvGrpSpPr>
      <p:grpSpPr>
        <a:xfrm>
          <a:off x="0" y="0"/>
          <a:ext cx="0" cy="0"/>
          <a:chOff x="0" y="0"/>
          <a:chExt cx="0" cy="0"/>
        </a:xfrm>
      </p:grpSpPr>
      <p:sp>
        <p:nvSpPr>
          <p:cNvPr id="2774" name="Google Shape;2774;g3f8d765f27b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5" name="Google Shape;2775;g3f8d765f27b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1" name="Shape 2791"/>
        <p:cNvGrpSpPr/>
        <p:nvPr/>
      </p:nvGrpSpPr>
      <p:grpSpPr>
        <a:xfrm>
          <a:off x="0" y="0"/>
          <a:ext cx="0" cy="0"/>
          <a:chOff x="0" y="0"/>
          <a:chExt cx="0" cy="0"/>
        </a:xfrm>
      </p:grpSpPr>
      <p:sp>
        <p:nvSpPr>
          <p:cNvPr id="2792" name="Google Shape;2792;g3f8d765f27b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3" name="Google Shape;2793;g3f8d765f27b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9" name="Shape 2809"/>
        <p:cNvGrpSpPr/>
        <p:nvPr/>
      </p:nvGrpSpPr>
      <p:grpSpPr>
        <a:xfrm>
          <a:off x="0" y="0"/>
          <a:ext cx="0" cy="0"/>
          <a:chOff x="0" y="0"/>
          <a:chExt cx="0" cy="0"/>
        </a:xfrm>
      </p:grpSpPr>
      <p:sp>
        <p:nvSpPr>
          <p:cNvPr id="2810" name="Google Shape;2810;g3fa0e025164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1" name="Google Shape;2811;g3fa0e025164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1" name="Shape 2831"/>
        <p:cNvGrpSpPr/>
        <p:nvPr/>
      </p:nvGrpSpPr>
      <p:grpSpPr>
        <a:xfrm>
          <a:off x="0" y="0"/>
          <a:ext cx="0" cy="0"/>
          <a:chOff x="0" y="0"/>
          <a:chExt cx="0" cy="0"/>
        </a:xfrm>
      </p:grpSpPr>
      <p:sp>
        <p:nvSpPr>
          <p:cNvPr id="2832" name="Google Shape;2832;g3f8c0d1f94f_23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3" name="Google Shape;2833;g3f8c0d1f94f_23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5" name="Shape 2855"/>
        <p:cNvGrpSpPr/>
        <p:nvPr/>
      </p:nvGrpSpPr>
      <p:grpSpPr>
        <a:xfrm>
          <a:off x="0" y="0"/>
          <a:ext cx="0" cy="0"/>
          <a:chOff x="0" y="0"/>
          <a:chExt cx="0" cy="0"/>
        </a:xfrm>
      </p:grpSpPr>
      <p:sp>
        <p:nvSpPr>
          <p:cNvPr id="2856" name="Google Shape;2856;g3f8d72970b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7" name="Google Shape;2857;g3f8d72970b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4" name="Shape 2864"/>
        <p:cNvGrpSpPr/>
        <p:nvPr/>
      </p:nvGrpSpPr>
      <p:grpSpPr>
        <a:xfrm>
          <a:off x="0" y="0"/>
          <a:ext cx="0" cy="0"/>
          <a:chOff x="0" y="0"/>
          <a:chExt cx="0" cy="0"/>
        </a:xfrm>
      </p:grpSpPr>
      <p:sp>
        <p:nvSpPr>
          <p:cNvPr id="2865" name="Google Shape;2865;h10cbc165b696c4e7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6" name="Google Shape;2866;h10cbc165b696c4e7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9" name="Shape 2879"/>
        <p:cNvGrpSpPr/>
        <p:nvPr/>
      </p:nvGrpSpPr>
      <p:grpSpPr>
        <a:xfrm>
          <a:off x="0" y="0"/>
          <a:ext cx="0" cy="0"/>
          <a:chOff x="0" y="0"/>
          <a:chExt cx="0" cy="0"/>
        </a:xfrm>
      </p:grpSpPr>
      <p:sp>
        <p:nvSpPr>
          <p:cNvPr id="2880" name="Google Shape;2880;h227bd5bbb9159e3b_8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1" name="Google Shape;2881;h227bd5bbb9159e3b_8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6" name="Shape 2886"/>
        <p:cNvGrpSpPr/>
        <p:nvPr/>
      </p:nvGrpSpPr>
      <p:grpSpPr>
        <a:xfrm>
          <a:off x="0" y="0"/>
          <a:ext cx="0" cy="0"/>
          <a:chOff x="0" y="0"/>
          <a:chExt cx="0" cy="0"/>
        </a:xfrm>
      </p:grpSpPr>
      <p:sp>
        <p:nvSpPr>
          <p:cNvPr id="2887" name="Google Shape;2887;h227bd5bbb9159e3b_8_1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8" name="Google Shape;2888;h227bd5bbb9159e3b_8_1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7" name="Shape 2927"/>
        <p:cNvGrpSpPr/>
        <p:nvPr/>
      </p:nvGrpSpPr>
      <p:grpSpPr>
        <a:xfrm>
          <a:off x="0" y="0"/>
          <a:ext cx="0" cy="0"/>
          <a:chOff x="0" y="0"/>
          <a:chExt cx="0" cy="0"/>
        </a:xfrm>
      </p:grpSpPr>
      <p:sp>
        <p:nvSpPr>
          <p:cNvPr id="2928" name="Google Shape;2928;h227bd5bbb9159e3b_8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9" name="Google Shape;2929;h227bd5bbb9159e3b_8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h227bd5bbb9159e3b_8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9" name="Google Shape;2939;h227bd5bbb9159e3b_8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9" name="Shape 2949"/>
        <p:cNvGrpSpPr/>
        <p:nvPr/>
      </p:nvGrpSpPr>
      <p:grpSpPr>
        <a:xfrm>
          <a:off x="0" y="0"/>
          <a:ext cx="0" cy="0"/>
          <a:chOff x="0" y="0"/>
          <a:chExt cx="0" cy="0"/>
        </a:xfrm>
      </p:grpSpPr>
      <p:sp>
        <p:nvSpPr>
          <p:cNvPr id="2950" name="Google Shape;2950;h227bd5bbb9159e3b_8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1" name="Google Shape;2951;h227bd5bbb9159e3b_8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0" name="Shape 2960"/>
        <p:cNvGrpSpPr/>
        <p:nvPr/>
      </p:nvGrpSpPr>
      <p:grpSpPr>
        <a:xfrm>
          <a:off x="0" y="0"/>
          <a:ext cx="0" cy="0"/>
          <a:chOff x="0" y="0"/>
          <a:chExt cx="0" cy="0"/>
        </a:xfrm>
      </p:grpSpPr>
      <p:sp>
        <p:nvSpPr>
          <p:cNvPr id="2961" name="Google Shape;2961;h227bd5bbb9159e3b_8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2" name="Google Shape;2962;h227bd5bbb9159e3b_8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2" name="Shape 2972"/>
        <p:cNvGrpSpPr/>
        <p:nvPr/>
      </p:nvGrpSpPr>
      <p:grpSpPr>
        <a:xfrm>
          <a:off x="0" y="0"/>
          <a:ext cx="0" cy="0"/>
          <a:chOff x="0" y="0"/>
          <a:chExt cx="0" cy="0"/>
        </a:xfrm>
      </p:grpSpPr>
      <p:sp>
        <p:nvSpPr>
          <p:cNvPr id="2973" name="Google Shape;2973;h227bd5bbb9159e3b_8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4" name="Google Shape;2974;h227bd5bbb9159e3b_8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9" name="Shape 2989"/>
        <p:cNvGrpSpPr/>
        <p:nvPr/>
      </p:nvGrpSpPr>
      <p:grpSpPr>
        <a:xfrm>
          <a:off x="0" y="0"/>
          <a:ext cx="0" cy="0"/>
          <a:chOff x="0" y="0"/>
          <a:chExt cx="0" cy="0"/>
        </a:xfrm>
      </p:grpSpPr>
      <p:sp>
        <p:nvSpPr>
          <p:cNvPr id="2990" name="Google Shape;2990;h227bd5bbb9159e3b_8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1" name="Google Shape;2991;h227bd5bbb9159e3b_8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6" name="Shape 2996"/>
        <p:cNvGrpSpPr/>
        <p:nvPr/>
      </p:nvGrpSpPr>
      <p:grpSpPr>
        <a:xfrm>
          <a:off x="0" y="0"/>
          <a:ext cx="0" cy="0"/>
          <a:chOff x="0" y="0"/>
          <a:chExt cx="0" cy="0"/>
        </a:xfrm>
      </p:grpSpPr>
      <p:sp>
        <p:nvSpPr>
          <p:cNvPr id="2997" name="Google Shape;2997;h227bd5bbb9159e3b_8_1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8" name="Google Shape;2998;h227bd5bbb9159e3b_8_1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0" name="Shape 3010"/>
        <p:cNvGrpSpPr/>
        <p:nvPr/>
      </p:nvGrpSpPr>
      <p:grpSpPr>
        <a:xfrm>
          <a:off x="0" y="0"/>
          <a:ext cx="0" cy="0"/>
          <a:chOff x="0" y="0"/>
          <a:chExt cx="0" cy="0"/>
        </a:xfrm>
      </p:grpSpPr>
      <p:sp>
        <p:nvSpPr>
          <p:cNvPr id="3011" name="Google Shape;3011;h227bd5bbb9159e3b_8_1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2" name="Google Shape;3012;h227bd5bbb9159e3b_8_1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7" name="Shape 3047"/>
        <p:cNvGrpSpPr/>
        <p:nvPr/>
      </p:nvGrpSpPr>
      <p:grpSpPr>
        <a:xfrm>
          <a:off x="0" y="0"/>
          <a:ext cx="0" cy="0"/>
          <a:chOff x="0" y="0"/>
          <a:chExt cx="0" cy="0"/>
        </a:xfrm>
      </p:grpSpPr>
      <p:sp>
        <p:nvSpPr>
          <p:cNvPr id="3048" name="Google Shape;3048;h227bd5bbb9159e3b_8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9" name="Google Shape;3049;h227bd5bbb9159e3b_8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pull_market_report tool stands in for a market-intelligence API. It's built on Faker, so each call returns a different, realistic-looking report rather than a fixed string…</a:t>
            </a:r>
            <a:endParaRPr>
              <a:solidFill>
                <a:schemeClr val="dk1"/>
              </a:solidFill>
            </a:endParaRPr>
          </a:p>
          <a:p>
            <a:pPr indent="0" lvl="0" marL="0" rtl="0" algn="l">
              <a:spcBef>
                <a:spcPts val="0"/>
              </a:spcBef>
              <a:spcAft>
                <a:spcPts val="0"/>
              </a:spcAft>
              <a:buNone/>
            </a:pPr>
            <a:r>
              <a:rPr lang="en">
                <a:solidFill>
                  <a:schemeClr val="dk1"/>
                </a:solidFill>
              </a:rPr>
              <a:t>Here is the tool. With the deep agents harness, you just need to add the @tool symbol (called a tool decorator) and it makes a python function callable.</a:t>
            </a:r>
            <a:br>
              <a:rPr lang="en">
                <a:solidFill>
                  <a:schemeClr val="dk1"/>
                </a:solidFill>
              </a:rPr>
            </a:br>
            <a:br>
              <a:rPr lang="en">
                <a:solidFill>
                  <a:schemeClr val="dk1"/>
                </a:solidFill>
              </a:rPr>
            </a:br>
            <a:r>
              <a:rPr lang="en">
                <a:solidFill>
                  <a:schemeClr val="dk1"/>
                </a:solidFill>
              </a:rPr>
              <a:t>Ok so down here we see that one report alone is over 90,000 characters, around 22,000 tokens. That's larger than you'd want sitting in a model's context on every turn.</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4" name="Shape 3054"/>
        <p:cNvGrpSpPr/>
        <p:nvPr/>
      </p:nvGrpSpPr>
      <p:grpSpPr>
        <a:xfrm>
          <a:off x="0" y="0"/>
          <a:ext cx="0" cy="0"/>
          <a:chOff x="0" y="0"/>
          <a:chExt cx="0" cy="0"/>
        </a:xfrm>
      </p:grpSpPr>
      <p:sp>
        <p:nvSpPr>
          <p:cNvPr id="3055" name="Google Shape;3055;h227bd5bbb9159e3b_8_1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6" name="Google Shape;3056;h227bd5bbb9159e3b_8_1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this is a plain deep agent with no special configuration, just the pull_market_report tool attached directly (shown in the highlighted line)...</a:t>
            </a:r>
            <a:endParaRPr>
              <a:solidFill>
                <a:schemeClr val="dk1"/>
              </a:solidFill>
            </a:endParaRPr>
          </a:p>
          <a:p>
            <a:pPr indent="0" lvl="0" marL="0" rtl="0" algn="l">
              <a:spcBef>
                <a:spcPts val="0"/>
              </a:spcBef>
              <a:spcAft>
                <a:spcPts val="0"/>
              </a:spcAft>
              <a:buNone/>
            </a:pPr>
            <a:r>
              <a:rPr lang="en">
                <a:solidFill>
                  <a:schemeClr val="dk1"/>
                </a:solidFill>
              </a:rPr>
              <a:t>This agent is asked to pull one report and count the developments in it. Now offloading isn't something we're turning on here, it's already built into every deep agent by default through FilesystemMiddleware.</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1" name="Shape 3061"/>
        <p:cNvGrpSpPr/>
        <p:nvPr/>
      </p:nvGrpSpPr>
      <p:grpSpPr>
        <a:xfrm>
          <a:off x="0" y="0"/>
          <a:ext cx="0" cy="0"/>
          <a:chOff x="0" y="0"/>
          <a:chExt cx="0" cy="0"/>
        </a:xfrm>
      </p:grpSpPr>
      <p:sp>
        <p:nvSpPr>
          <p:cNvPr id="3062" name="Google Shape;3062;h227bd5bbb9159e3b_8_1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3" name="Google Shape;3063;h227bd5bbb9159e3b_8_1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And here in the output we can see that Instead of the full report landing in the conversation, the tool result got intercepted...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Your deep agent will evict any tool result over roughly 20,000 tokens, write it to the filesystem, and hand the model a short notice… along with a head and tail preview in its place. </a:t>
            </a:r>
            <a:endParaRPr>
              <a:solidFill>
                <a:schemeClr val="dk1"/>
              </a:solidFill>
            </a:endParaRPr>
          </a:p>
          <a:p>
            <a:pPr indent="0" lvl="0" marL="0" rtl="0" algn="l">
              <a:spcBef>
                <a:spcPts val="0"/>
              </a:spcBef>
              <a:spcAft>
                <a:spcPts val="0"/>
              </a:spcAft>
              <a:buNone/>
            </a:pPr>
            <a:r>
              <a:rPr lang="en">
                <a:solidFill>
                  <a:schemeClr val="dk1"/>
                </a:solidFill>
              </a:rPr>
              <a:t>The model can call the read_file tool to pull more of the info back if it needs to, but we didn’t need all that information to answer the question here.</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9" name="Shape 3069"/>
        <p:cNvGrpSpPr/>
        <p:nvPr/>
      </p:nvGrpSpPr>
      <p:grpSpPr>
        <a:xfrm>
          <a:off x="0" y="0"/>
          <a:ext cx="0" cy="0"/>
          <a:chOff x="0" y="0"/>
          <a:chExt cx="0" cy="0"/>
        </a:xfrm>
      </p:grpSpPr>
      <p:sp>
        <p:nvSpPr>
          <p:cNvPr id="3070" name="Google Shape;3070;h227bd5bbb9159e3b_8_1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1" name="Google Shape;3071;h227bd5bbb9159e3b_8_1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Now with subagents, you can customize which tools the subagents have (and these can be different to the main agent)...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Here we are giving the pull_market_report tool to a subagent called market-researcher (not to the main agent).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Since the main agent has no way to call pull_market_report itself, the only path to an answer is delegation… </a:t>
            </a:r>
            <a:endParaRPr>
              <a:solidFill>
                <a:schemeClr val="dk1"/>
              </a:solidFill>
            </a:endParaRPr>
          </a:p>
          <a:p>
            <a:pPr indent="0" lvl="0" marL="0" rtl="0" algn="l">
              <a:spcBef>
                <a:spcPts val="0"/>
              </a:spcBef>
              <a:spcAft>
                <a:spcPts val="0"/>
              </a:spcAft>
              <a:buNone/>
            </a:pPr>
            <a:r>
              <a:rPr lang="en">
                <a:solidFill>
                  <a:schemeClr val="dk1"/>
                </a:solidFill>
              </a:rPr>
              <a:t>The subagent's instructions tell it to fetch the report and return just the three most notable developments.</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7" name="Shape 3077"/>
        <p:cNvGrpSpPr/>
        <p:nvPr/>
      </p:nvGrpSpPr>
      <p:grpSpPr>
        <a:xfrm>
          <a:off x="0" y="0"/>
          <a:ext cx="0" cy="0"/>
          <a:chOff x="0" y="0"/>
          <a:chExt cx="0" cy="0"/>
        </a:xfrm>
      </p:grpSpPr>
      <p:sp>
        <p:nvSpPr>
          <p:cNvPr id="3078" name="Google Shape;3078;h227bd5bbb9159e3b_8_1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9" name="Google Shape;3079;h227bd5bbb9159e3b_8_1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main agent's first move is a task call, delegating to the market-researcher subagent with a short prompt…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Everything after that, pulling the report, reading it, distilling it, happens inside the subagent's own separate context…</a:t>
            </a:r>
            <a:endParaRPr>
              <a:solidFill>
                <a:schemeClr val="dk1"/>
              </a:solidFill>
            </a:endParaRPr>
          </a:p>
          <a:p>
            <a:pPr indent="0" lvl="0" marL="0" rtl="0" algn="l">
              <a:spcBef>
                <a:spcPts val="0"/>
              </a:spcBef>
              <a:spcAft>
                <a:spcPts val="0"/>
              </a:spcAft>
              <a:buNone/>
            </a:pPr>
            <a:r>
              <a:rPr lang="en">
                <a:solidFill>
                  <a:schemeClr val="dk1"/>
                </a:solidFill>
              </a:rPr>
              <a:t>What comes back to the main thread is only the bullet-point summary. Notice there's no eviction notice this time; the full report never entered the main conversation at all, so there was nothing to evict.</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5" name="Shape 3085"/>
        <p:cNvGrpSpPr/>
        <p:nvPr/>
      </p:nvGrpSpPr>
      <p:grpSpPr>
        <a:xfrm>
          <a:off x="0" y="0"/>
          <a:ext cx="0" cy="0"/>
          <a:chOff x="0" y="0"/>
          <a:chExt cx="0" cy="0"/>
        </a:xfrm>
      </p:grpSpPr>
      <p:sp>
        <p:nvSpPr>
          <p:cNvPr id="3086" name="Google Shape;3086;h227bd5bbb9159e3b_8_1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7" name="Google Shape;3087;h227bd5bbb9159e3b_8_1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To show summarization, we shrank the context window (a real context window is very large to fill and unnecessary to demonstrate the concept here): max_input_tokens (the highlighted line) caps what the model is told its input budget is, and model.max_tokens caps the tokens it reserves for output, since that reservation counts against the same budget…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 agent is also given a checkpointer so its state persists across separate invoke calls on the same thread… and the system prompt keeps it tool-free so the conversation grows predictably for this demo.</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3" name="Shape 3093"/>
        <p:cNvGrpSpPr/>
        <p:nvPr/>
      </p:nvGrpSpPr>
      <p:grpSpPr>
        <a:xfrm>
          <a:off x="0" y="0"/>
          <a:ext cx="0" cy="0"/>
          <a:chOff x="0" y="0"/>
          <a:chExt cx="0" cy="0"/>
        </a:xfrm>
      </p:grpSpPr>
      <p:sp>
        <p:nvSpPr>
          <p:cNvPr id="3094" name="Google Shape;3094;h227bd5bbb9159e3b_8_1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5" name="Google Shape;3095;h227bd5bbb9159e3b_8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builds a 16-turn conversation: one opening line, then one fact per company across 14 fictional companies, then a final question asking which company was mentioned first…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Each turn is sent as a separate invoke call on the same thread, so the history accumulates in the checkpointer…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After every turn, the code checks state for _summarization_event; once that appears, it means compaction has happened…</a:t>
            </a:r>
            <a:endParaRPr>
              <a:solidFill>
                <a:schemeClr val="dk1"/>
              </a:solidFill>
            </a:endParaRPr>
          </a:p>
          <a:p>
            <a:pPr indent="0" lvl="0" marL="0" rtl="0" algn="l">
              <a:spcBef>
                <a:spcPts val="0"/>
              </a:spcBef>
              <a:spcAft>
                <a:spcPts val="0"/>
              </a:spcAft>
              <a:buNone/>
            </a:pPr>
            <a:r>
              <a:rPr lang="en">
                <a:solidFill>
                  <a:schemeClr val="dk1"/>
                </a:solidFill>
              </a:rPr>
              <a:t>Only the first turn, the triggering turn, and the last turn get printed, to keep the output readable.</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2" name="Shape 3102"/>
        <p:cNvGrpSpPr/>
        <p:nvPr/>
      </p:nvGrpSpPr>
      <p:grpSpPr>
        <a:xfrm>
          <a:off x="0" y="0"/>
          <a:ext cx="0" cy="0"/>
          <a:chOff x="0" y="0"/>
          <a:chExt cx="0" cy="0"/>
        </a:xfrm>
      </p:grpSpPr>
      <p:sp>
        <p:nvSpPr>
          <p:cNvPr id="3103" name="Google Shape;3103;h227bd5bbb9159e3b_8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4" name="Google Shape;3104;h227bd5bbb9159e3b_8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Turn 1 is the baseline: the full history with nothing compacted yet…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By turn 15, _summarization_event shows up for the first time, highlighted here: the model is no longer seeing the raw turn-by-turn history, it's seeing a generated summary plus messages from that cutoff point on…</a:t>
            </a:r>
            <a:endParaRPr>
              <a:solidFill>
                <a:schemeClr val="dk1"/>
              </a:solidFill>
            </a:endParaRPr>
          </a:p>
          <a:p>
            <a:pPr indent="0" lvl="0" marL="0" rtl="0" algn="l">
              <a:spcBef>
                <a:spcPts val="0"/>
              </a:spcBef>
              <a:spcAft>
                <a:spcPts val="0"/>
              </a:spcAft>
              <a:buNone/>
            </a:pPr>
            <a:r>
              <a:rPr lang="en">
                <a:solidFill>
                  <a:schemeClr val="dk1"/>
                </a:solidFill>
              </a:rPr>
              <a:t>Turn 16 asks which company came first, and the agent still answers correctly, Northwind Robotics, even though it's now working from the compacted view. So compaction kept what the conversation actually needed</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0" name="Shape 3110"/>
        <p:cNvGrpSpPr/>
        <p:nvPr/>
      </p:nvGrpSpPr>
      <p:grpSpPr>
        <a:xfrm>
          <a:off x="0" y="0"/>
          <a:ext cx="0" cy="0"/>
          <a:chOff x="0" y="0"/>
          <a:chExt cx="0" cy="0"/>
        </a:xfrm>
      </p:grpSpPr>
      <p:sp>
        <p:nvSpPr>
          <p:cNvPr id="3111" name="Google Shape;3111;g3f998e6abb8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2" name="Google Shape;3112;g3f998e6abb8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4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2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2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2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26.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26.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2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4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4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4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26.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2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26.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26.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26.png"/><Relationship Id="rId4" Type="http://schemas.openxmlformats.org/officeDocument/2006/relationships/image" Target="../media/image31.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3.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2.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6.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6.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2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26.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26.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44.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44.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44.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2.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2.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2.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31.png"/><Relationship Id="rId4" Type="http://schemas.openxmlformats.org/officeDocument/2006/relationships/image" Target="../media/image2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6.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 Dark" type="title">
  <p:cSld name="TITLE">
    <p:spTree>
      <p:nvGrpSpPr>
        <p:cNvPr id="8" name="Shape 8"/>
        <p:cNvGrpSpPr/>
        <p:nvPr/>
      </p:nvGrpSpPr>
      <p:grpSpPr>
        <a:xfrm>
          <a:off x="0" y="0"/>
          <a:ext cx="0" cy="0"/>
          <a:chOff x="0" y="0"/>
          <a:chExt cx="0" cy="0"/>
        </a:xfrm>
      </p:grpSpPr>
      <p:pic>
        <p:nvPicPr>
          <p:cNvPr id="9" name="Google Shape;9;p2" title="bg 3.png"/>
          <p:cNvPicPr preferRelativeResize="0"/>
          <p:nvPr/>
        </p:nvPicPr>
        <p:blipFill>
          <a:blip r:embed="rId2">
            <a:alphaModFix/>
          </a:blip>
          <a:stretch>
            <a:fillRect/>
          </a:stretch>
        </p:blipFill>
        <p:spPr>
          <a:xfrm>
            <a:off x="0" y="-2"/>
            <a:ext cx="9144000" cy="5143503"/>
          </a:xfrm>
          <a:prstGeom prst="rect">
            <a:avLst/>
          </a:prstGeom>
          <a:noFill/>
          <a:ln>
            <a:noFill/>
          </a:ln>
        </p:spPr>
      </p:pic>
      <p:sp>
        <p:nvSpPr>
          <p:cNvPr id="10" name="Google Shape;10;p2"/>
          <p:cNvSpPr txBox="1"/>
          <p:nvPr>
            <p:ph type="ctrTitle"/>
          </p:nvPr>
        </p:nvSpPr>
        <p:spPr>
          <a:xfrm>
            <a:off x="3647803" y="2173300"/>
            <a:ext cx="5102700" cy="2052600"/>
          </a:xfrm>
          <a:prstGeom prst="rect">
            <a:avLst/>
          </a:prstGeom>
        </p:spPr>
        <p:txBody>
          <a:bodyPr anchorCtr="0" anchor="t" bIns="91425" lIns="91425" spcFirstLastPara="1" rIns="91425" wrap="square" tIns="91425">
            <a:noAutofit/>
          </a:bodyPr>
          <a:lstStyle>
            <a:lvl1pPr lvl="0">
              <a:spcBef>
                <a:spcPts val="0"/>
              </a:spcBef>
              <a:spcAft>
                <a:spcPts val="0"/>
              </a:spcAft>
              <a:buClr>
                <a:srgbClr val="F2FAFF"/>
              </a:buClr>
              <a:buSzPts val="3600"/>
              <a:buFont typeface="Inter Tight"/>
              <a:buNone/>
              <a:defRPr sz="3600">
                <a:solidFill>
                  <a:srgbClr val="F2FAFF"/>
                </a:solidFill>
                <a:latin typeface="Inter Tight"/>
                <a:ea typeface="Inter Tight"/>
                <a:cs typeface="Inter Tight"/>
                <a:sym typeface="Inter Tigh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11" name="Google Shape;11;p2" title="LangChain_Lockup_LightBlue.png"/>
          <p:cNvPicPr preferRelativeResize="0"/>
          <p:nvPr/>
        </p:nvPicPr>
        <p:blipFill>
          <a:blip r:embed="rId3">
            <a:alphaModFix/>
          </a:blip>
          <a:stretch>
            <a:fillRect/>
          </a:stretch>
        </p:blipFill>
        <p:spPr>
          <a:xfrm>
            <a:off x="3750079" y="1831502"/>
            <a:ext cx="1455027" cy="2685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light" type="secHead">
  <p:cSld name="SECTION_HEADER">
    <p:bg>
      <p:bgPr>
        <a:solidFill>
          <a:srgbClr val="F2FAFF"/>
        </a:solidFill>
      </p:bgPr>
    </p:bg>
    <p:spTree>
      <p:nvGrpSpPr>
        <p:cNvPr id="12" name="Shape 12"/>
        <p:cNvGrpSpPr/>
        <p:nvPr/>
      </p:nvGrpSpPr>
      <p:grpSpPr>
        <a:xfrm>
          <a:off x="0" y="0"/>
          <a:ext cx="0" cy="0"/>
          <a:chOff x="0" y="0"/>
          <a:chExt cx="0" cy="0"/>
        </a:xfrm>
      </p:grpSpPr>
      <p:pic>
        <p:nvPicPr>
          <p:cNvPr id="13" name="Google Shape;13;p3" title="bg 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p:nvPr>
            <p:ph type="title"/>
          </p:nvPr>
        </p:nvSpPr>
        <p:spPr>
          <a:xfrm>
            <a:off x="311700" y="180630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006DDD"/>
              </a:buClr>
              <a:buSzPts val="3600"/>
              <a:buNone/>
              <a:defRPr sz="3600">
                <a:solidFill>
                  <a:srgbClr val="006DDD"/>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 type="subTitle"/>
          </p:nvPr>
        </p:nvSpPr>
        <p:spPr>
          <a:xfrm>
            <a:off x="1592850" y="2648100"/>
            <a:ext cx="5958300" cy="689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p:cSld name="SECTION_HEADER_2">
    <p:bg>
      <p:bgPr>
        <a:solidFill>
          <a:srgbClr val="F2FAFF"/>
        </a:solidFill>
      </p:bgPr>
    </p:bg>
    <p:spTree>
      <p:nvGrpSpPr>
        <p:cNvPr id="16" name="Shape 16"/>
        <p:cNvGrpSpPr/>
        <p:nvPr/>
      </p:nvGrpSpPr>
      <p:grpSpPr>
        <a:xfrm>
          <a:off x="0" y="0"/>
          <a:ext cx="0" cy="0"/>
          <a:chOff x="0" y="0"/>
          <a:chExt cx="0" cy="0"/>
        </a:xfrm>
      </p:grpSpPr>
      <p:pic>
        <p:nvPicPr>
          <p:cNvPr id="17" name="Google Shape;17;p4"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txBox="1"/>
          <p:nvPr>
            <p:ph type="title"/>
          </p:nvPr>
        </p:nvSpPr>
        <p:spPr>
          <a:xfrm>
            <a:off x="311700" y="180630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80C8FF"/>
              </a:buClr>
              <a:buSzPts val="3600"/>
              <a:buNone/>
              <a:defRPr sz="3600">
                <a:solidFill>
                  <a:srgbClr val="80C8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4"/>
          <p:cNvSpPr txBox="1"/>
          <p:nvPr>
            <p:ph idx="1" type="subTitle"/>
          </p:nvPr>
        </p:nvSpPr>
        <p:spPr>
          <a:xfrm>
            <a:off x="1592850" y="2648100"/>
            <a:ext cx="5958300" cy="689100"/>
          </a:xfrm>
          <a:prstGeom prst="rect">
            <a:avLst/>
          </a:prstGeom>
        </p:spPr>
        <p:txBody>
          <a:bodyPr anchorCtr="0" anchor="t" bIns="91425" lIns="91425" spcFirstLastPara="1" rIns="91425" wrap="square" tIns="91425">
            <a:normAutofit/>
          </a:bodyPr>
          <a:lstStyle>
            <a:lvl1pPr lvl="0" algn="ctr">
              <a:spcBef>
                <a:spcPts val="0"/>
              </a:spcBef>
              <a:spcAft>
                <a:spcPts val="0"/>
              </a:spcAft>
              <a:buClr>
                <a:srgbClr val="D9D9D9"/>
              </a:buClr>
              <a:buSzPts val="2000"/>
              <a:buNone/>
              <a:defRPr sz="2000">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solidFill>
          <a:srgbClr val="F2FAFF"/>
        </a:solidFill>
      </p:bgPr>
    </p:bg>
    <p:spTree>
      <p:nvGrpSpPr>
        <p:cNvPr id="20" name="Shape 20"/>
        <p:cNvGrpSpPr/>
        <p:nvPr/>
      </p:nvGrpSpPr>
      <p:grpSpPr>
        <a:xfrm>
          <a:off x="0" y="0"/>
          <a:ext cx="0" cy="0"/>
          <a:chOff x="0" y="0"/>
          <a:chExt cx="0" cy="0"/>
        </a:xfrm>
      </p:grpSpPr>
      <p:pic>
        <p:nvPicPr>
          <p:cNvPr id="21" name="Google Shape;21;p5" title="bg 4.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2" name="Google Shape;22;p5"/>
          <p:cNvSpPr txBox="1"/>
          <p:nvPr>
            <p:ph type="title"/>
          </p:nvPr>
        </p:nvSpPr>
        <p:spPr>
          <a:xfrm>
            <a:off x="1375050" y="1928225"/>
            <a:ext cx="6393900" cy="841800"/>
          </a:xfrm>
          <a:prstGeom prst="rect">
            <a:avLst/>
          </a:prstGeom>
        </p:spPr>
        <p:txBody>
          <a:bodyPr anchorCtr="0" anchor="ctr" bIns="91425" lIns="91425" spcFirstLastPara="1" rIns="91425" wrap="square" tIns="91425">
            <a:spAutoFit/>
          </a:bodyPr>
          <a:lstStyle>
            <a:lvl1pPr lvl="0" algn="ctr">
              <a:spcBef>
                <a:spcPts val="0"/>
              </a:spcBef>
              <a:spcAft>
                <a:spcPts val="0"/>
              </a:spcAft>
              <a:buClr>
                <a:srgbClr val="030710"/>
              </a:buClr>
              <a:buSzPts val="3600"/>
              <a:buNone/>
              <a:defRPr sz="3600">
                <a:solidFill>
                  <a:srgbClr val="030710"/>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solidFill>
          <a:srgbClr val="F2FAFF"/>
        </a:solidFill>
      </p:bgPr>
    </p:bg>
    <p:spTree>
      <p:nvGrpSpPr>
        <p:cNvPr id="23" name="Shape 23"/>
        <p:cNvGrpSpPr/>
        <p:nvPr/>
      </p:nvGrpSpPr>
      <p:grpSpPr>
        <a:xfrm>
          <a:off x="0" y="0"/>
          <a:ext cx="0" cy="0"/>
          <a:chOff x="0" y="0"/>
          <a:chExt cx="0" cy="0"/>
        </a:xfrm>
      </p:grpSpPr>
      <p:pic>
        <p:nvPicPr>
          <p:cNvPr id="24" name="Google Shape;24;p6" title="bg 5.png"/>
          <p:cNvPicPr preferRelativeResize="0"/>
          <p:nvPr/>
        </p:nvPicPr>
        <p:blipFill>
          <a:blip r:embed="rId2">
            <a:alphaModFix/>
          </a:blip>
          <a:stretch>
            <a:fillRect/>
          </a:stretch>
        </p:blipFill>
        <p:spPr>
          <a:xfrm>
            <a:off x="0" y="7"/>
            <a:ext cx="9144000" cy="5143492"/>
          </a:xfrm>
          <a:prstGeom prst="rect">
            <a:avLst/>
          </a:prstGeom>
          <a:noFill/>
          <a:ln>
            <a:noFill/>
          </a:ln>
        </p:spPr>
      </p:pic>
      <p:sp>
        <p:nvSpPr>
          <p:cNvPr id="25" name="Google Shape;25;p6"/>
          <p:cNvSpPr txBox="1"/>
          <p:nvPr>
            <p:ph type="title"/>
          </p:nvPr>
        </p:nvSpPr>
        <p:spPr>
          <a:xfrm>
            <a:off x="1375050" y="1928225"/>
            <a:ext cx="6393900" cy="841800"/>
          </a:xfrm>
          <a:prstGeom prst="rect">
            <a:avLst/>
          </a:prstGeom>
        </p:spPr>
        <p:txBody>
          <a:bodyPr anchorCtr="0" anchor="ctr" bIns="91425" lIns="91425" spcFirstLastPara="1" rIns="91425" wrap="square" tIns="91425">
            <a:spAutoFit/>
          </a:bodyPr>
          <a:lstStyle>
            <a:lvl1pPr lvl="0" algn="ctr">
              <a:spcBef>
                <a:spcPts val="0"/>
              </a:spcBef>
              <a:spcAft>
                <a:spcPts val="0"/>
              </a:spcAft>
              <a:buClr>
                <a:srgbClr val="80C8FF"/>
              </a:buClr>
              <a:buSzPts val="3600"/>
              <a:buNone/>
              <a:defRPr sz="3600">
                <a:solidFill>
                  <a:srgbClr val="80C8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ight" type="tx">
  <p:cSld name="TITLE_AND_BODY">
    <p:spTree>
      <p:nvGrpSpPr>
        <p:cNvPr id="26" name="Shape 26"/>
        <p:cNvGrpSpPr/>
        <p:nvPr/>
      </p:nvGrpSpPr>
      <p:grpSpPr>
        <a:xfrm>
          <a:off x="0" y="0"/>
          <a:ext cx="0" cy="0"/>
          <a:chOff x="0" y="0"/>
          <a:chExt cx="0" cy="0"/>
        </a:xfrm>
      </p:grpSpPr>
      <p:pic>
        <p:nvPicPr>
          <p:cNvPr id="27" name="Google Shape;27;p7" title="bg 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 name="Google Shape;28;p7"/>
          <p:cNvSpPr txBox="1"/>
          <p:nvPr>
            <p:ph type="title"/>
          </p:nvPr>
        </p:nvSpPr>
        <p:spPr>
          <a:xfrm>
            <a:off x="311700" y="2862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dark">
  <p:cSld name="TITLE_AND_BODY_1">
    <p:spTree>
      <p:nvGrpSpPr>
        <p:cNvPr id="30" name="Shape 30"/>
        <p:cNvGrpSpPr/>
        <p:nvPr/>
      </p:nvGrpSpPr>
      <p:grpSpPr>
        <a:xfrm>
          <a:off x="0" y="0"/>
          <a:ext cx="0" cy="0"/>
          <a:chOff x="0" y="0"/>
          <a:chExt cx="0" cy="0"/>
        </a:xfrm>
      </p:grpSpPr>
      <p:pic>
        <p:nvPicPr>
          <p:cNvPr id="31" name="Google Shape;31;p8"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32" name="Google Shape;32;p8"/>
          <p:cNvSpPr txBox="1"/>
          <p:nvPr>
            <p:ph type="title"/>
          </p:nvPr>
        </p:nvSpPr>
        <p:spPr>
          <a:xfrm>
            <a:off x="311700" y="2862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 name="Google Shape;33;p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F2FAFF"/>
              </a:buClr>
              <a:buSzPts val="1800"/>
              <a:buChar char="●"/>
              <a:defRPr>
                <a:solidFill>
                  <a:srgbClr val="F2FAFF"/>
                </a:solidFill>
              </a:defRPr>
            </a:lvl1pPr>
            <a:lvl2pPr indent="-317500" lvl="1" marL="914400">
              <a:spcBef>
                <a:spcPts val="0"/>
              </a:spcBef>
              <a:spcAft>
                <a:spcPts val="0"/>
              </a:spcAft>
              <a:buClr>
                <a:srgbClr val="FBFBFB"/>
              </a:buClr>
              <a:buSzPts val="1400"/>
              <a:buChar char="○"/>
              <a:defRPr>
                <a:solidFill>
                  <a:srgbClr val="FBFBFB"/>
                </a:solidFill>
              </a:defRPr>
            </a:lvl2pPr>
            <a:lvl3pPr indent="-317500" lvl="2" marL="1371600">
              <a:spcBef>
                <a:spcPts val="0"/>
              </a:spcBef>
              <a:spcAft>
                <a:spcPts val="0"/>
              </a:spcAft>
              <a:buClr>
                <a:srgbClr val="FBFBFB"/>
              </a:buClr>
              <a:buSzPts val="1400"/>
              <a:buChar char="■"/>
              <a:defRPr>
                <a:solidFill>
                  <a:srgbClr val="FBFBFB"/>
                </a:solidFill>
              </a:defRPr>
            </a:lvl3pPr>
            <a:lvl4pPr indent="-317500" lvl="3" marL="1828800">
              <a:spcBef>
                <a:spcPts val="0"/>
              </a:spcBef>
              <a:spcAft>
                <a:spcPts val="0"/>
              </a:spcAft>
              <a:buClr>
                <a:srgbClr val="FBFBFB"/>
              </a:buClr>
              <a:buSzPts val="1400"/>
              <a:buChar char="●"/>
              <a:defRPr>
                <a:solidFill>
                  <a:srgbClr val="FBFBFB"/>
                </a:solidFill>
              </a:defRPr>
            </a:lvl4pPr>
            <a:lvl5pPr indent="-317500" lvl="4" marL="2286000">
              <a:spcBef>
                <a:spcPts val="0"/>
              </a:spcBef>
              <a:spcAft>
                <a:spcPts val="0"/>
              </a:spcAft>
              <a:buClr>
                <a:srgbClr val="FBFBFB"/>
              </a:buClr>
              <a:buSzPts val="1400"/>
              <a:buChar char="○"/>
              <a:defRPr>
                <a:solidFill>
                  <a:srgbClr val="FBFBFB"/>
                </a:solidFill>
              </a:defRPr>
            </a:lvl5pPr>
            <a:lvl6pPr indent="-317500" lvl="5" marL="2743200">
              <a:spcBef>
                <a:spcPts val="0"/>
              </a:spcBef>
              <a:spcAft>
                <a:spcPts val="0"/>
              </a:spcAft>
              <a:buClr>
                <a:srgbClr val="FBFBFB"/>
              </a:buClr>
              <a:buSzPts val="1400"/>
              <a:buChar char="■"/>
              <a:defRPr>
                <a:solidFill>
                  <a:srgbClr val="FBFBFB"/>
                </a:solidFill>
              </a:defRPr>
            </a:lvl6pPr>
            <a:lvl7pPr indent="-317500" lvl="6" marL="3200400">
              <a:spcBef>
                <a:spcPts val="0"/>
              </a:spcBef>
              <a:spcAft>
                <a:spcPts val="0"/>
              </a:spcAft>
              <a:buClr>
                <a:srgbClr val="FBFBFB"/>
              </a:buClr>
              <a:buSzPts val="1400"/>
              <a:buChar char="●"/>
              <a:defRPr>
                <a:solidFill>
                  <a:srgbClr val="FBFBFB"/>
                </a:solidFill>
              </a:defRPr>
            </a:lvl7pPr>
            <a:lvl8pPr indent="-317500" lvl="7" marL="3657600">
              <a:spcBef>
                <a:spcPts val="0"/>
              </a:spcBef>
              <a:spcAft>
                <a:spcPts val="0"/>
              </a:spcAft>
              <a:buClr>
                <a:srgbClr val="FBFBFB"/>
              </a:buClr>
              <a:buSzPts val="1400"/>
              <a:buChar char="○"/>
              <a:defRPr>
                <a:solidFill>
                  <a:srgbClr val="FBFBFB"/>
                </a:solidFill>
              </a:defRPr>
            </a:lvl8pPr>
            <a:lvl9pPr indent="-317500" lvl="8" marL="4114800">
              <a:spcBef>
                <a:spcPts val="0"/>
              </a:spcBef>
              <a:spcAft>
                <a:spcPts val="0"/>
              </a:spcAft>
              <a:buClr>
                <a:srgbClr val="FBFBFB"/>
              </a:buClr>
              <a:buSzPts val="1400"/>
              <a:buChar char="■"/>
              <a:defRPr>
                <a:solidFill>
                  <a:srgbClr val="FBFBFB"/>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light">
  <p:cSld name="TITLE_AND_TWO_COLUMNS_1">
    <p:spTree>
      <p:nvGrpSpPr>
        <p:cNvPr id="34" name="Shape 34"/>
        <p:cNvGrpSpPr/>
        <p:nvPr/>
      </p:nvGrpSpPr>
      <p:grpSpPr>
        <a:xfrm>
          <a:off x="0" y="0"/>
          <a:ext cx="0" cy="0"/>
          <a:chOff x="0" y="0"/>
          <a:chExt cx="0" cy="0"/>
        </a:xfrm>
      </p:grpSpPr>
      <p:pic>
        <p:nvPicPr>
          <p:cNvPr id="35" name="Google Shape;35;p9" title="bg 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36" name="Google Shape;36;p9"/>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 name="Google Shape;38;p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dark">
  <p:cSld name="TITLE_AND_TWO_COLUMNS_1_1">
    <p:spTree>
      <p:nvGrpSpPr>
        <p:cNvPr id="39" name="Shape 39"/>
        <p:cNvGrpSpPr/>
        <p:nvPr/>
      </p:nvGrpSpPr>
      <p:grpSpPr>
        <a:xfrm>
          <a:off x="0" y="0"/>
          <a:ext cx="0" cy="0"/>
          <a:chOff x="0" y="0"/>
          <a:chExt cx="0" cy="0"/>
        </a:xfrm>
      </p:grpSpPr>
      <p:pic>
        <p:nvPicPr>
          <p:cNvPr id="40" name="Google Shape;40;p10"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41" name="Google Shape;41;p10"/>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1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F2FAFF"/>
              </a:buClr>
              <a:buSzPts val="1400"/>
              <a:buChar char="●"/>
              <a:defRPr sz="1400">
                <a:solidFill>
                  <a:srgbClr val="F2FAFF"/>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43" name="Google Shape;43;p1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F2FAFF"/>
              </a:buClr>
              <a:buSzPts val="1400"/>
              <a:buChar char="●"/>
              <a:defRPr sz="1400">
                <a:solidFill>
                  <a:srgbClr val="F2FAFF"/>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ight" type="titleOnly">
  <p:cSld name="TITLE_ONLY">
    <p:spTree>
      <p:nvGrpSpPr>
        <p:cNvPr id="44" name="Shape 44"/>
        <p:cNvGrpSpPr/>
        <p:nvPr/>
      </p:nvGrpSpPr>
      <p:grpSpPr>
        <a:xfrm>
          <a:off x="0" y="0"/>
          <a:ext cx="0" cy="0"/>
          <a:chOff x="0" y="0"/>
          <a:chExt cx="0" cy="0"/>
        </a:xfrm>
      </p:grpSpPr>
      <p:pic>
        <p:nvPicPr>
          <p:cNvPr id="45" name="Google Shape;45;p11" title="bg 6.png"/>
          <p:cNvPicPr preferRelativeResize="0"/>
          <p:nvPr/>
        </p:nvPicPr>
        <p:blipFill>
          <a:blip r:embed="rId2">
            <a:alphaModFix/>
          </a:blip>
          <a:stretch>
            <a:fillRect/>
          </a:stretch>
        </p:blipFill>
        <p:spPr>
          <a:xfrm>
            <a:off x="0" y="0"/>
            <a:ext cx="9144043" cy="5143500"/>
          </a:xfrm>
          <a:prstGeom prst="rect">
            <a:avLst/>
          </a:prstGeom>
          <a:noFill/>
          <a:ln>
            <a:noFill/>
          </a:ln>
        </p:spPr>
      </p:pic>
      <p:sp>
        <p:nvSpPr>
          <p:cNvPr id="46" name="Google Shape;46;p11"/>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dark">
  <p:cSld name="TITLE_ONLY_1">
    <p:spTree>
      <p:nvGrpSpPr>
        <p:cNvPr id="47" name="Shape 47"/>
        <p:cNvGrpSpPr/>
        <p:nvPr/>
      </p:nvGrpSpPr>
      <p:grpSpPr>
        <a:xfrm>
          <a:off x="0" y="0"/>
          <a:ext cx="0" cy="0"/>
          <a:chOff x="0" y="0"/>
          <a:chExt cx="0" cy="0"/>
        </a:xfrm>
      </p:grpSpPr>
      <p:pic>
        <p:nvPicPr>
          <p:cNvPr id="48" name="Google Shape;48;p12"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49" name="Google Shape;49;p12"/>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light">
  <p:cSld name="MAIN_POINT">
    <p:spTree>
      <p:nvGrpSpPr>
        <p:cNvPr id="50" name="Shape 50"/>
        <p:cNvGrpSpPr/>
        <p:nvPr/>
      </p:nvGrpSpPr>
      <p:grpSpPr>
        <a:xfrm>
          <a:off x="0" y="0"/>
          <a:ext cx="0" cy="0"/>
          <a:chOff x="0" y="0"/>
          <a:chExt cx="0" cy="0"/>
        </a:xfrm>
      </p:grpSpPr>
      <p:pic>
        <p:nvPicPr>
          <p:cNvPr id="51" name="Google Shape;51;p13" title="bg 9.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52" name="Google Shape;52;p13"/>
          <p:cNvSpPr txBox="1"/>
          <p:nvPr>
            <p:ph type="title"/>
          </p:nvPr>
        </p:nvSpPr>
        <p:spPr>
          <a:xfrm>
            <a:off x="1024075" y="1624500"/>
            <a:ext cx="6367800" cy="18945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30710"/>
              </a:buClr>
              <a:buSzPts val="4200"/>
              <a:buFont typeface="IBM Plex Mono"/>
              <a:buNone/>
              <a:defRPr sz="4200">
                <a:solidFill>
                  <a:srgbClr val="030710"/>
                </a:solidFill>
                <a:latin typeface="IBM Plex Mono"/>
                <a:ea typeface="IBM Plex Mono"/>
                <a:cs typeface="IBM Plex Mono"/>
                <a:sym typeface="IBM Plex Mon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dark">
  <p:cSld name="MAIN_POINT_1">
    <p:spTree>
      <p:nvGrpSpPr>
        <p:cNvPr id="53" name="Shape 53"/>
        <p:cNvGrpSpPr/>
        <p:nvPr/>
      </p:nvGrpSpPr>
      <p:grpSpPr>
        <a:xfrm>
          <a:off x="0" y="0"/>
          <a:ext cx="0" cy="0"/>
          <a:chOff x="0" y="0"/>
          <a:chExt cx="0" cy="0"/>
        </a:xfrm>
      </p:grpSpPr>
      <p:pic>
        <p:nvPicPr>
          <p:cNvPr id="54" name="Google Shape;54;p14" title="bg 8.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55" name="Google Shape;55;p14"/>
          <p:cNvSpPr txBox="1"/>
          <p:nvPr>
            <p:ph type="title"/>
          </p:nvPr>
        </p:nvSpPr>
        <p:spPr>
          <a:xfrm>
            <a:off x="1024075" y="1624500"/>
            <a:ext cx="6367800" cy="1894500"/>
          </a:xfrm>
          <a:prstGeom prst="rect">
            <a:avLst/>
          </a:prstGeom>
        </p:spPr>
        <p:txBody>
          <a:bodyPr anchorCtr="0" anchor="ctr" bIns="91425" lIns="91425" spcFirstLastPara="1" rIns="91425" wrap="square" tIns="91425">
            <a:normAutofit/>
          </a:bodyPr>
          <a:lstStyle>
            <a:lvl1pPr lvl="0">
              <a:spcBef>
                <a:spcPts val="0"/>
              </a:spcBef>
              <a:spcAft>
                <a:spcPts val="0"/>
              </a:spcAft>
              <a:buClr>
                <a:srgbClr val="80C8FF"/>
              </a:buClr>
              <a:buSzPts val="4200"/>
              <a:buFont typeface="IBM Plex Mono"/>
              <a:buNone/>
              <a:defRPr sz="4200">
                <a:solidFill>
                  <a:srgbClr val="80C8FF"/>
                </a:solidFill>
                <a:latin typeface="IBM Plex Mono"/>
                <a:ea typeface="IBM Plex Mono"/>
                <a:cs typeface="IBM Plex Mono"/>
                <a:sym typeface="IBM Plex Mon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ashy header - light">
  <p:cSld name="MAIN_POINT_1_1">
    <p:spTree>
      <p:nvGrpSpPr>
        <p:cNvPr id="56" name="Shape 56"/>
        <p:cNvGrpSpPr/>
        <p:nvPr/>
      </p:nvGrpSpPr>
      <p:grpSpPr>
        <a:xfrm>
          <a:off x="0" y="0"/>
          <a:ext cx="0" cy="0"/>
          <a:chOff x="0" y="0"/>
          <a:chExt cx="0" cy="0"/>
        </a:xfrm>
      </p:grpSpPr>
      <p:pic>
        <p:nvPicPr>
          <p:cNvPr id="57" name="Google Shape;57;p15" title="bg 10.png"/>
          <p:cNvPicPr preferRelativeResize="0"/>
          <p:nvPr/>
        </p:nvPicPr>
        <p:blipFill rotWithShape="1">
          <a:blip r:embed="rId2">
            <a:alphaModFix/>
          </a:blip>
          <a:srcRect b="0" l="0" r="0" t="0"/>
          <a:stretch/>
        </p:blipFill>
        <p:spPr>
          <a:xfrm>
            <a:off x="0" y="-5"/>
            <a:ext cx="9144000" cy="5143505"/>
          </a:xfrm>
          <a:prstGeom prst="rect">
            <a:avLst/>
          </a:prstGeom>
          <a:noFill/>
          <a:ln>
            <a:noFill/>
          </a:ln>
        </p:spPr>
      </p:pic>
      <p:sp>
        <p:nvSpPr>
          <p:cNvPr id="58" name="Google Shape;58;p15"/>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15"/>
          <p:cNvSpPr txBox="1"/>
          <p:nvPr>
            <p:ph idx="1" type="subTitle"/>
          </p:nvPr>
        </p:nvSpPr>
        <p:spPr>
          <a:xfrm>
            <a:off x="311700" y="998100"/>
            <a:ext cx="8520600" cy="1061400"/>
          </a:xfrm>
          <a:prstGeom prst="rect">
            <a:avLst/>
          </a:prstGeom>
        </p:spPr>
        <p:txBody>
          <a:bodyPr anchorCtr="0" anchor="t" bIns="91425" lIns="91425" spcFirstLastPara="1" rIns="91425" wrap="square" tIns="91425">
            <a:normAutofit/>
          </a:bodyPr>
          <a:lstStyle>
            <a:lvl1pPr lvl="0">
              <a:spcBef>
                <a:spcPts val="0"/>
              </a:spcBef>
              <a:spcAft>
                <a:spcPts val="0"/>
              </a:spcAft>
              <a:buClr>
                <a:srgbClr val="434343"/>
              </a:buClr>
              <a:buSzPts val="1900"/>
              <a:buNone/>
              <a:defRPr sz="1900">
                <a:solidFill>
                  <a:srgbClr val="43434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2" type="title"/>
          </p:nvPr>
        </p:nvSpPr>
        <p:spPr>
          <a:xfrm>
            <a:off x="1632450" y="2867825"/>
            <a:ext cx="5879100" cy="5727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rgbClr val="006DDD"/>
              </a:buClr>
              <a:buSzPts val="3600"/>
              <a:buNone/>
              <a:defRPr sz="3600">
                <a:solidFill>
                  <a:srgbClr val="006DDD"/>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ashy header - light 1">
  <p:cSld name="MAIN_POINT_1_1_1">
    <p:spTree>
      <p:nvGrpSpPr>
        <p:cNvPr id="61" name="Shape 61"/>
        <p:cNvGrpSpPr/>
        <p:nvPr/>
      </p:nvGrpSpPr>
      <p:grpSpPr>
        <a:xfrm>
          <a:off x="0" y="0"/>
          <a:ext cx="0" cy="0"/>
          <a:chOff x="0" y="0"/>
          <a:chExt cx="0" cy="0"/>
        </a:xfrm>
      </p:grpSpPr>
      <p:pic>
        <p:nvPicPr>
          <p:cNvPr id="62" name="Google Shape;62;p16" title="bg 11.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63" name="Google Shape;63;p16"/>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4" name="Google Shape;64;p16"/>
          <p:cNvSpPr txBox="1"/>
          <p:nvPr>
            <p:ph idx="1" type="subTitle"/>
          </p:nvPr>
        </p:nvSpPr>
        <p:spPr>
          <a:xfrm>
            <a:off x="311700" y="998100"/>
            <a:ext cx="8520600" cy="1061400"/>
          </a:xfrm>
          <a:prstGeom prst="rect">
            <a:avLst/>
          </a:prstGeom>
        </p:spPr>
        <p:txBody>
          <a:bodyPr anchorCtr="0" anchor="t" bIns="91425" lIns="91425" spcFirstLastPara="1" rIns="91425" wrap="square" tIns="91425">
            <a:normAutofit/>
          </a:bodyPr>
          <a:lstStyle>
            <a:lvl1pPr lvl="0">
              <a:spcBef>
                <a:spcPts val="0"/>
              </a:spcBef>
              <a:spcAft>
                <a:spcPts val="0"/>
              </a:spcAft>
              <a:buClr>
                <a:srgbClr val="F2FAFF"/>
              </a:buClr>
              <a:buSzPts val="1900"/>
              <a:buNone/>
              <a:defRPr sz="1900">
                <a:solidFill>
                  <a:srgbClr val="F2FAFF"/>
                </a:solidFill>
              </a:defRPr>
            </a:lvl1pPr>
            <a:lvl2pPr lvl="1">
              <a:spcBef>
                <a:spcPts val="0"/>
              </a:spcBef>
              <a:spcAft>
                <a:spcPts val="0"/>
              </a:spcAft>
              <a:buClr>
                <a:srgbClr val="F2FAFF"/>
              </a:buClr>
              <a:buSzPts val="1400"/>
              <a:buNone/>
              <a:defRPr>
                <a:solidFill>
                  <a:srgbClr val="F2FAFF"/>
                </a:solidFill>
              </a:defRPr>
            </a:lvl2pPr>
            <a:lvl3pPr lvl="2">
              <a:spcBef>
                <a:spcPts val="0"/>
              </a:spcBef>
              <a:spcAft>
                <a:spcPts val="0"/>
              </a:spcAft>
              <a:buClr>
                <a:srgbClr val="F2FAFF"/>
              </a:buClr>
              <a:buSzPts val="1400"/>
              <a:buNone/>
              <a:defRPr>
                <a:solidFill>
                  <a:srgbClr val="F2FAFF"/>
                </a:solidFill>
              </a:defRPr>
            </a:lvl3pPr>
            <a:lvl4pPr lvl="3">
              <a:spcBef>
                <a:spcPts val="0"/>
              </a:spcBef>
              <a:spcAft>
                <a:spcPts val="0"/>
              </a:spcAft>
              <a:buClr>
                <a:srgbClr val="F2FAFF"/>
              </a:buClr>
              <a:buSzPts val="1400"/>
              <a:buNone/>
              <a:defRPr>
                <a:solidFill>
                  <a:srgbClr val="F2FAFF"/>
                </a:solidFill>
              </a:defRPr>
            </a:lvl4pPr>
            <a:lvl5pPr lvl="4">
              <a:spcBef>
                <a:spcPts val="0"/>
              </a:spcBef>
              <a:spcAft>
                <a:spcPts val="0"/>
              </a:spcAft>
              <a:buClr>
                <a:srgbClr val="F2FAFF"/>
              </a:buClr>
              <a:buSzPts val="1400"/>
              <a:buNone/>
              <a:defRPr>
                <a:solidFill>
                  <a:srgbClr val="F2FAFF"/>
                </a:solidFill>
              </a:defRPr>
            </a:lvl5pPr>
            <a:lvl6pPr lvl="5">
              <a:spcBef>
                <a:spcPts val="0"/>
              </a:spcBef>
              <a:spcAft>
                <a:spcPts val="0"/>
              </a:spcAft>
              <a:buClr>
                <a:srgbClr val="F2FAFF"/>
              </a:buClr>
              <a:buSzPts val="1400"/>
              <a:buNone/>
              <a:defRPr>
                <a:solidFill>
                  <a:srgbClr val="F2FAFF"/>
                </a:solidFill>
              </a:defRPr>
            </a:lvl6pPr>
            <a:lvl7pPr lvl="6">
              <a:spcBef>
                <a:spcPts val="0"/>
              </a:spcBef>
              <a:spcAft>
                <a:spcPts val="0"/>
              </a:spcAft>
              <a:buClr>
                <a:srgbClr val="F2FAFF"/>
              </a:buClr>
              <a:buSzPts val="1400"/>
              <a:buNone/>
              <a:defRPr>
                <a:solidFill>
                  <a:srgbClr val="F2FAFF"/>
                </a:solidFill>
              </a:defRPr>
            </a:lvl7pPr>
            <a:lvl8pPr lvl="7">
              <a:spcBef>
                <a:spcPts val="0"/>
              </a:spcBef>
              <a:spcAft>
                <a:spcPts val="0"/>
              </a:spcAft>
              <a:buClr>
                <a:srgbClr val="F2FAFF"/>
              </a:buClr>
              <a:buSzPts val="1400"/>
              <a:buNone/>
              <a:defRPr>
                <a:solidFill>
                  <a:srgbClr val="F2FAFF"/>
                </a:solidFill>
              </a:defRPr>
            </a:lvl8pPr>
            <a:lvl9pPr lvl="8">
              <a:spcBef>
                <a:spcPts val="0"/>
              </a:spcBef>
              <a:spcAft>
                <a:spcPts val="0"/>
              </a:spcAft>
              <a:buClr>
                <a:srgbClr val="F2FAFF"/>
              </a:buClr>
              <a:buSzPts val="1400"/>
              <a:buNone/>
              <a:defRPr>
                <a:solidFill>
                  <a:srgbClr val="F2FAFF"/>
                </a:solidFill>
              </a:defRPr>
            </a:lvl9pPr>
          </a:lstStyle>
          <a:p/>
        </p:txBody>
      </p:sp>
      <p:sp>
        <p:nvSpPr>
          <p:cNvPr id="65" name="Google Shape;65;p16"/>
          <p:cNvSpPr txBox="1"/>
          <p:nvPr>
            <p:ph idx="2" type="title"/>
          </p:nvPr>
        </p:nvSpPr>
        <p:spPr>
          <a:xfrm>
            <a:off x="1632450" y="2867825"/>
            <a:ext cx="5879100" cy="5727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80C8FF"/>
              </a:buClr>
              <a:buSzPts val="3600"/>
              <a:buNone/>
              <a:defRPr sz="3600">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Cards - light">
  <p:cSld name="CUSTOM">
    <p:spTree>
      <p:nvGrpSpPr>
        <p:cNvPr id="66" name="Shape 66"/>
        <p:cNvGrpSpPr/>
        <p:nvPr/>
      </p:nvGrpSpPr>
      <p:grpSpPr>
        <a:xfrm>
          <a:off x="0" y="0"/>
          <a:ext cx="0" cy="0"/>
          <a:chOff x="0" y="0"/>
          <a:chExt cx="0" cy="0"/>
        </a:xfrm>
      </p:grpSpPr>
      <p:pic>
        <p:nvPicPr>
          <p:cNvPr id="67" name="Google Shape;67;p17"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68" name="Google Shape;68;p17"/>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17"/>
          <p:cNvSpPr txBox="1"/>
          <p:nvPr>
            <p:ph idx="1" type="body"/>
          </p:nvPr>
        </p:nvSpPr>
        <p:spPr>
          <a:xfrm>
            <a:off x="464075" y="3081275"/>
            <a:ext cx="8368200" cy="1719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0" name="Google Shape;70;p17"/>
          <p:cNvSpPr/>
          <p:nvPr/>
        </p:nvSpPr>
        <p:spPr>
          <a:xfrm>
            <a:off x="439375"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71" name="Google Shape;71;p17"/>
          <p:cNvSpPr txBox="1"/>
          <p:nvPr>
            <p:ph idx="2" type="title"/>
          </p:nvPr>
        </p:nvSpPr>
        <p:spPr>
          <a:xfrm>
            <a:off x="568449"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7"/>
          <p:cNvSpPr txBox="1"/>
          <p:nvPr>
            <p:ph idx="3" type="body"/>
          </p:nvPr>
        </p:nvSpPr>
        <p:spPr>
          <a:xfrm>
            <a:off x="660539" y="1897600"/>
            <a:ext cx="25392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3" name="Google Shape;73;p17"/>
          <p:cNvSpPr/>
          <p:nvPr/>
        </p:nvSpPr>
        <p:spPr>
          <a:xfrm>
            <a:off x="3317331"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74" name="Google Shape;74;p17"/>
          <p:cNvSpPr txBox="1"/>
          <p:nvPr>
            <p:ph idx="4" type="title"/>
          </p:nvPr>
        </p:nvSpPr>
        <p:spPr>
          <a:xfrm>
            <a:off x="3446399"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 name="Google Shape;75;p17"/>
          <p:cNvSpPr txBox="1"/>
          <p:nvPr>
            <p:ph idx="5" type="body"/>
          </p:nvPr>
        </p:nvSpPr>
        <p:spPr>
          <a:xfrm>
            <a:off x="3538488" y="1897600"/>
            <a:ext cx="2287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6" name="Google Shape;76;p17"/>
          <p:cNvSpPr/>
          <p:nvPr/>
        </p:nvSpPr>
        <p:spPr>
          <a:xfrm>
            <a:off x="6195299"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77" name="Google Shape;77;p17"/>
          <p:cNvSpPr txBox="1"/>
          <p:nvPr>
            <p:ph idx="6" type="title"/>
          </p:nvPr>
        </p:nvSpPr>
        <p:spPr>
          <a:xfrm>
            <a:off x="6324362"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 name="Google Shape;78;p17"/>
          <p:cNvSpPr txBox="1"/>
          <p:nvPr>
            <p:ph idx="7" type="body"/>
          </p:nvPr>
        </p:nvSpPr>
        <p:spPr>
          <a:xfrm>
            <a:off x="6416450" y="1897600"/>
            <a:ext cx="2330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Cards - dark">
  <p:cSld name="CUSTOM_1">
    <p:spTree>
      <p:nvGrpSpPr>
        <p:cNvPr id="79" name="Shape 79"/>
        <p:cNvGrpSpPr/>
        <p:nvPr/>
      </p:nvGrpSpPr>
      <p:grpSpPr>
        <a:xfrm>
          <a:off x="0" y="0"/>
          <a:ext cx="0" cy="0"/>
          <a:chOff x="0" y="0"/>
          <a:chExt cx="0" cy="0"/>
        </a:xfrm>
      </p:grpSpPr>
      <p:pic>
        <p:nvPicPr>
          <p:cNvPr id="80" name="Google Shape;80;p18"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81" name="Google Shape;81;p18"/>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 name="Google Shape;82;p18"/>
          <p:cNvSpPr txBox="1"/>
          <p:nvPr>
            <p:ph idx="1" type="body"/>
          </p:nvPr>
        </p:nvSpPr>
        <p:spPr>
          <a:xfrm>
            <a:off x="464075" y="3081275"/>
            <a:ext cx="8368200" cy="1719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F2FAFF"/>
              </a:buClr>
              <a:buSzPts val="1400"/>
              <a:buChar char="●"/>
              <a:defRPr sz="1400">
                <a:solidFill>
                  <a:srgbClr val="F2FAFF"/>
                </a:solidFill>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3" name="Google Shape;83;p18"/>
          <p:cNvSpPr/>
          <p:nvPr/>
        </p:nvSpPr>
        <p:spPr>
          <a:xfrm>
            <a:off x="439375"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84" name="Google Shape;84;p18"/>
          <p:cNvSpPr txBox="1"/>
          <p:nvPr>
            <p:ph idx="2" type="title"/>
          </p:nvPr>
        </p:nvSpPr>
        <p:spPr>
          <a:xfrm>
            <a:off x="568449"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p18"/>
          <p:cNvSpPr txBox="1"/>
          <p:nvPr>
            <p:ph idx="3" type="body"/>
          </p:nvPr>
        </p:nvSpPr>
        <p:spPr>
          <a:xfrm>
            <a:off x="660539" y="1897600"/>
            <a:ext cx="25392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6" name="Google Shape;86;p18"/>
          <p:cNvSpPr/>
          <p:nvPr/>
        </p:nvSpPr>
        <p:spPr>
          <a:xfrm>
            <a:off x="3317331"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87" name="Google Shape;87;p18"/>
          <p:cNvSpPr txBox="1"/>
          <p:nvPr>
            <p:ph idx="4" type="title"/>
          </p:nvPr>
        </p:nvSpPr>
        <p:spPr>
          <a:xfrm>
            <a:off x="3446399"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 name="Google Shape;88;p18"/>
          <p:cNvSpPr txBox="1"/>
          <p:nvPr>
            <p:ph idx="5" type="body"/>
          </p:nvPr>
        </p:nvSpPr>
        <p:spPr>
          <a:xfrm>
            <a:off x="3538488" y="1897600"/>
            <a:ext cx="2287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9" name="Google Shape;89;p18"/>
          <p:cNvSpPr/>
          <p:nvPr/>
        </p:nvSpPr>
        <p:spPr>
          <a:xfrm>
            <a:off x="6195299"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90" name="Google Shape;90;p18"/>
          <p:cNvSpPr txBox="1"/>
          <p:nvPr>
            <p:ph idx="6" type="title"/>
          </p:nvPr>
        </p:nvSpPr>
        <p:spPr>
          <a:xfrm>
            <a:off x="6324362"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8"/>
          <p:cNvSpPr txBox="1"/>
          <p:nvPr>
            <p:ph idx="7" type="body"/>
          </p:nvPr>
        </p:nvSpPr>
        <p:spPr>
          <a:xfrm>
            <a:off x="6416450" y="1897600"/>
            <a:ext cx="2330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 light">
  <p:cSld name="CUSTOM_2">
    <p:spTree>
      <p:nvGrpSpPr>
        <p:cNvPr id="92" name="Shape 92"/>
        <p:cNvGrpSpPr/>
        <p:nvPr/>
      </p:nvGrpSpPr>
      <p:grpSpPr>
        <a:xfrm>
          <a:off x="0" y="0"/>
          <a:ext cx="0" cy="0"/>
          <a:chOff x="0" y="0"/>
          <a:chExt cx="0" cy="0"/>
        </a:xfrm>
      </p:grpSpPr>
      <p:pic>
        <p:nvPicPr>
          <p:cNvPr id="93" name="Google Shape;93;p19"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94" name="Google Shape;94;p19"/>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 name="Google Shape;95;p19"/>
          <p:cNvSpPr/>
          <p:nvPr/>
        </p:nvSpPr>
        <p:spPr>
          <a:xfrm>
            <a:off x="439375"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96" name="Google Shape;96;p19"/>
          <p:cNvSpPr txBox="1"/>
          <p:nvPr>
            <p:ph idx="2" type="title"/>
          </p:nvPr>
        </p:nvSpPr>
        <p:spPr>
          <a:xfrm>
            <a:off x="568449"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 name="Google Shape;97;p19"/>
          <p:cNvSpPr txBox="1"/>
          <p:nvPr>
            <p:ph idx="1" type="body"/>
          </p:nvPr>
        </p:nvSpPr>
        <p:spPr>
          <a:xfrm>
            <a:off x="660539" y="2657450"/>
            <a:ext cx="25392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8" name="Google Shape;98;p19"/>
          <p:cNvSpPr/>
          <p:nvPr/>
        </p:nvSpPr>
        <p:spPr>
          <a:xfrm>
            <a:off x="3317329"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99" name="Google Shape;99;p19"/>
          <p:cNvSpPr txBox="1"/>
          <p:nvPr>
            <p:ph idx="3" type="title"/>
          </p:nvPr>
        </p:nvSpPr>
        <p:spPr>
          <a:xfrm>
            <a:off x="3446399"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 name="Google Shape;100;p19"/>
          <p:cNvSpPr txBox="1"/>
          <p:nvPr>
            <p:ph idx="4" type="body"/>
          </p:nvPr>
        </p:nvSpPr>
        <p:spPr>
          <a:xfrm>
            <a:off x="3538488" y="2657450"/>
            <a:ext cx="2287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1" name="Google Shape;101;p19"/>
          <p:cNvSpPr/>
          <p:nvPr/>
        </p:nvSpPr>
        <p:spPr>
          <a:xfrm>
            <a:off x="6195296"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02" name="Google Shape;102;p19"/>
          <p:cNvSpPr txBox="1"/>
          <p:nvPr>
            <p:ph idx="5" type="title"/>
          </p:nvPr>
        </p:nvSpPr>
        <p:spPr>
          <a:xfrm>
            <a:off x="6324362"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 name="Google Shape;103;p19"/>
          <p:cNvSpPr txBox="1"/>
          <p:nvPr>
            <p:ph idx="6" type="body"/>
          </p:nvPr>
        </p:nvSpPr>
        <p:spPr>
          <a:xfrm>
            <a:off x="6416450" y="2657450"/>
            <a:ext cx="2330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 dark">
  <p:cSld name="CUSTOM_2_1">
    <p:spTree>
      <p:nvGrpSpPr>
        <p:cNvPr id="104" name="Shape 104"/>
        <p:cNvGrpSpPr/>
        <p:nvPr/>
      </p:nvGrpSpPr>
      <p:grpSpPr>
        <a:xfrm>
          <a:off x="0" y="0"/>
          <a:ext cx="0" cy="0"/>
          <a:chOff x="0" y="0"/>
          <a:chExt cx="0" cy="0"/>
        </a:xfrm>
      </p:grpSpPr>
      <p:pic>
        <p:nvPicPr>
          <p:cNvPr id="105" name="Google Shape;105;p20"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6" name="Google Shape;106;p20"/>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 name="Google Shape;107;p20"/>
          <p:cNvSpPr/>
          <p:nvPr/>
        </p:nvSpPr>
        <p:spPr>
          <a:xfrm>
            <a:off x="439375"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08" name="Google Shape;108;p20"/>
          <p:cNvSpPr txBox="1"/>
          <p:nvPr>
            <p:ph idx="2" type="title"/>
          </p:nvPr>
        </p:nvSpPr>
        <p:spPr>
          <a:xfrm>
            <a:off x="568449"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 name="Google Shape;109;p20"/>
          <p:cNvSpPr txBox="1"/>
          <p:nvPr>
            <p:ph idx="1" type="body"/>
          </p:nvPr>
        </p:nvSpPr>
        <p:spPr>
          <a:xfrm>
            <a:off x="660539" y="2657450"/>
            <a:ext cx="25392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0" name="Google Shape;110;p20"/>
          <p:cNvSpPr/>
          <p:nvPr/>
        </p:nvSpPr>
        <p:spPr>
          <a:xfrm>
            <a:off x="3317329"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11" name="Google Shape;111;p20"/>
          <p:cNvSpPr txBox="1"/>
          <p:nvPr>
            <p:ph idx="3" type="title"/>
          </p:nvPr>
        </p:nvSpPr>
        <p:spPr>
          <a:xfrm>
            <a:off x="3446399"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 name="Google Shape;112;p20"/>
          <p:cNvSpPr txBox="1"/>
          <p:nvPr>
            <p:ph idx="4" type="body"/>
          </p:nvPr>
        </p:nvSpPr>
        <p:spPr>
          <a:xfrm>
            <a:off x="3538488" y="2657450"/>
            <a:ext cx="2287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3" name="Google Shape;113;p20"/>
          <p:cNvSpPr/>
          <p:nvPr/>
        </p:nvSpPr>
        <p:spPr>
          <a:xfrm>
            <a:off x="6195296"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14" name="Google Shape;114;p20"/>
          <p:cNvSpPr txBox="1"/>
          <p:nvPr>
            <p:ph idx="5" type="title"/>
          </p:nvPr>
        </p:nvSpPr>
        <p:spPr>
          <a:xfrm>
            <a:off x="6324362"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5" name="Google Shape;115;p20"/>
          <p:cNvSpPr txBox="1"/>
          <p:nvPr>
            <p:ph idx="6" type="body"/>
          </p:nvPr>
        </p:nvSpPr>
        <p:spPr>
          <a:xfrm>
            <a:off x="6416450" y="2657450"/>
            <a:ext cx="2330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 light">
  <p:cSld name="CUSTOM_3">
    <p:spTree>
      <p:nvGrpSpPr>
        <p:cNvPr id="116" name="Shape 116"/>
        <p:cNvGrpSpPr/>
        <p:nvPr/>
      </p:nvGrpSpPr>
      <p:grpSpPr>
        <a:xfrm>
          <a:off x="0" y="0"/>
          <a:ext cx="0" cy="0"/>
          <a:chOff x="0" y="0"/>
          <a:chExt cx="0" cy="0"/>
        </a:xfrm>
      </p:grpSpPr>
      <p:sp>
        <p:nvSpPr>
          <p:cNvPr id="117" name="Google Shape;117;p21"/>
          <p:cNvSpPr/>
          <p:nvPr/>
        </p:nvSpPr>
        <p:spPr>
          <a:xfrm>
            <a:off x="35777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18" name="Google Shape;118;p21"/>
          <p:cNvSpPr/>
          <p:nvPr/>
        </p:nvSpPr>
        <p:spPr>
          <a:xfrm>
            <a:off x="250589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19" name="Google Shape;119;p21"/>
          <p:cNvSpPr/>
          <p:nvPr/>
        </p:nvSpPr>
        <p:spPr>
          <a:xfrm>
            <a:off x="465401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20" name="Google Shape;120;p21"/>
          <p:cNvSpPr/>
          <p:nvPr/>
        </p:nvSpPr>
        <p:spPr>
          <a:xfrm>
            <a:off x="6802161"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21" name="Google Shape;121;p21"/>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 name="Google Shape;122;p21"/>
          <p:cNvSpPr txBox="1"/>
          <p:nvPr>
            <p:ph idx="2" type="title"/>
          </p:nvPr>
        </p:nvSpPr>
        <p:spPr>
          <a:xfrm>
            <a:off x="535491"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 name="Google Shape;123;p21"/>
          <p:cNvSpPr txBox="1"/>
          <p:nvPr>
            <p:ph idx="1" type="body"/>
          </p:nvPr>
        </p:nvSpPr>
        <p:spPr>
          <a:xfrm>
            <a:off x="604067" y="2496475"/>
            <a:ext cx="18909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4" name="Google Shape;124;p21"/>
          <p:cNvSpPr txBox="1"/>
          <p:nvPr>
            <p:ph idx="3" type="title"/>
          </p:nvPr>
        </p:nvSpPr>
        <p:spPr>
          <a:xfrm>
            <a:off x="2678581"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5" name="Google Shape;125;p21"/>
          <p:cNvSpPr txBox="1"/>
          <p:nvPr>
            <p:ph idx="4" type="body"/>
          </p:nvPr>
        </p:nvSpPr>
        <p:spPr>
          <a:xfrm>
            <a:off x="2747155" y="2496476"/>
            <a:ext cx="1703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6" name="Google Shape;126;p21"/>
          <p:cNvSpPr txBox="1"/>
          <p:nvPr>
            <p:ph idx="5" type="title"/>
          </p:nvPr>
        </p:nvSpPr>
        <p:spPr>
          <a:xfrm>
            <a:off x="4821680"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7" name="Google Shape;127;p21"/>
          <p:cNvSpPr txBox="1"/>
          <p:nvPr>
            <p:ph idx="6" type="body"/>
          </p:nvPr>
        </p:nvSpPr>
        <p:spPr>
          <a:xfrm>
            <a:off x="4890254" y="2496476"/>
            <a:ext cx="1735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8" name="Google Shape;128;p21"/>
          <p:cNvSpPr txBox="1"/>
          <p:nvPr>
            <p:ph idx="7" type="title"/>
          </p:nvPr>
        </p:nvSpPr>
        <p:spPr>
          <a:xfrm>
            <a:off x="6964787"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 name="Google Shape;129;p21"/>
          <p:cNvSpPr txBox="1"/>
          <p:nvPr>
            <p:ph idx="8" type="body"/>
          </p:nvPr>
        </p:nvSpPr>
        <p:spPr>
          <a:xfrm>
            <a:off x="7033361" y="2496476"/>
            <a:ext cx="1735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 dark">
  <p:cSld name="CUSTOM_3_1">
    <p:spTree>
      <p:nvGrpSpPr>
        <p:cNvPr id="130" name="Shape 130"/>
        <p:cNvGrpSpPr/>
        <p:nvPr/>
      </p:nvGrpSpPr>
      <p:grpSpPr>
        <a:xfrm>
          <a:off x="0" y="0"/>
          <a:ext cx="0" cy="0"/>
          <a:chOff x="0" y="0"/>
          <a:chExt cx="0" cy="0"/>
        </a:xfrm>
      </p:grpSpPr>
      <p:pic>
        <p:nvPicPr>
          <p:cNvPr id="131" name="Google Shape;131;p22"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132" name="Google Shape;132;p22"/>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3" name="Google Shape;133;p22"/>
          <p:cNvSpPr/>
          <p:nvPr/>
        </p:nvSpPr>
        <p:spPr>
          <a:xfrm>
            <a:off x="35777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4" name="Google Shape;134;p22"/>
          <p:cNvSpPr/>
          <p:nvPr/>
        </p:nvSpPr>
        <p:spPr>
          <a:xfrm>
            <a:off x="250589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5" name="Google Shape;135;p22"/>
          <p:cNvSpPr/>
          <p:nvPr/>
        </p:nvSpPr>
        <p:spPr>
          <a:xfrm>
            <a:off x="465401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6" name="Google Shape;136;p22"/>
          <p:cNvSpPr/>
          <p:nvPr/>
        </p:nvSpPr>
        <p:spPr>
          <a:xfrm>
            <a:off x="6802161"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7" name="Google Shape;137;p22"/>
          <p:cNvSpPr txBox="1"/>
          <p:nvPr>
            <p:ph idx="2" type="title"/>
          </p:nvPr>
        </p:nvSpPr>
        <p:spPr>
          <a:xfrm>
            <a:off x="535491"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2"/>
          <p:cNvSpPr txBox="1"/>
          <p:nvPr>
            <p:ph idx="1" type="body"/>
          </p:nvPr>
        </p:nvSpPr>
        <p:spPr>
          <a:xfrm>
            <a:off x="604067" y="2496475"/>
            <a:ext cx="18909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9" name="Google Shape;139;p22"/>
          <p:cNvSpPr txBox="1"/>
          <p:nvPr>
            <p:ph idx="3" type="title"/>
          </p:nvPr>
        </p:nvSpPr>
        <p:spPr>
          <a:xfrm>
            <a:off x="2678581"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0" name="Google Shape;140;p22"/>
          <p:cNvSpPr txBox="1"/>
          <p:nvPr>
            <p:ph idx="4" type="body"/>
          </p:nvPr>
        </p:nvSpPr>
        <p:spPr>
          <a:xfrm>
            <a:off x="2747155" y="2496476"/>
            <a:ext cx="1703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1" name="Google Shape;141;p22"/>
          <p:cNvSpPr txBox="1"/>
          <p:nvPr>
            <p:ph idx="5" type="title"/>
          </p:nvPr>
        </p:nvSpPr>
        <p:spPr>
          <a:xfrm>
            <a:off x="4821680"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22"/>
          <p:cNvSpPr txBox="1"/>
          <p:nvPr>
            <p:ph idx="6" type="body"/>
          </p:nvPr>
        </p:nvSpPr>
        <p:spPr>
          <a:xfrm>
            <a:off x="4890254" y="2496476"/>
            <a:ext cx="1735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3" name="Google Shape;143;p22"/>
          <p:cNvSpPr txBox="1"/>
          <p:nvPr>
            <p:ph idx="7" type="title"/>
          </p:nvPr>
        </p:nvSpPr>
        <p:spPr>
          <a:xfrm>
            <a:off x="6964787"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4" name="Google Shape;144;p22"/>
          <p:cNvSpPr txBox="1"/>
          <p:nvPr>
            <p:ph idx="8" type="body"/>
          </p:nvPr>
        </p:nvSpPr>
        <p:spPr>
          <a:xfrm>
            <a:off x="7033361" y="2496476"/>
            <a:ext cx="1735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light">
  <p:cSld name="CUSTOM_4">
    <p:spTree>
      <p:nvGrpSpPr>
        <p:cNvPr id="145" name="Shape 145"/>
        <p:cNvGrpSpPr/>
        <p:nvPr/>
      </p:nvGrpSpPr>
      <p:grpSpPr>
        <a:xfrm>
          <a:off x="0" y="0"/>
          <a:ext cx="0" cy="0"/>
          <a:chOff x="0" y="0"/>
          <a:chExt cx="0" cy="0"/>
        </a:xfrm>
      </p:grpSpPr>
      <p:pic>
        <p:nvPicPr>
          <p:cNvPr id="146" name="Google Shape;146;p23"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147" name="Google Shape;147;p23"/>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 name="Google Shape;148;p23"/>
          <p:cNvSpPr txBox="1"/>
          <p:nvPr>
            <p:ph idx="1" type="subTitle"/>
          </p:nvPr>
        </p:nvSpPr>
        <p:spPr>
          <a:xfrm>
            <a:off x="438775" y="1130425"/>
            <a:ext cx="2996100" cy="693600"/>
          </a:xfrm>
          <a:prstGeom prst="rect">
            <a:avLst/>
          </a:prstGeom>
        </p:spPr>
        <p:txBody>
          <a:bodyPr anchorCtr="0" anchor="t" bIns="91425" lIns="91425" spcFirstLastPara="1" rIns="91425" wrap="square" tIns="91425">
            <a:normAutofit/>
          </a:bodyPr>
          <a:lstStyle>
            <a:lvl1pPr lvl="0">
              <a:spcBef>
                <a:spcPts val="0"/>
              </a:spcBef>
              <a:spcAft>
                <a:spcPts val="0"/>
              </a:spcAft>
              <a:buClr>
                <a:srgbClr val="434343"/>
              </a:buClr>
              <a:buSzPts val="1800"/>
              <a:buNone/>
              <a:defRPr>
                <a:solidFill>
                  <a:srgbClr val="434343"/>
                </a:solidFill>
              </a:defRPr>
            </a:lvl1pPr>
            <a:lvl2pPr lvl="1">
              <a:spcBef>
                <a:spcPts val="0"/>
              </a:spcBef>
              <a:spcAft>
                <a:spcPts val="0"/>
              </a:spcAft>
              <a:buClr>
                <a:srgbClr val="434343"/>
              </a:buClr>
              <a:buSzPts val="1400"/>
              <a:buNone/>
              <a:defRPr>
                <a:solidFill>
                  <a:srgbClr val="434343"/>
                </a:solidFill>
              </a:defRPr>
            </a:lvl2pPr>
            <a:lvl3pPr lvl="2">
              <a:spcBef>
                <a:spcPts val="0"/>
              </a:spcBef>
              <a:spcAft>
                <a:spcPts val="0"/>
              </a:spcAft>
              <a:buClr>
                <a:srgbClr val="434343"/>
              </a:buClr>
              <a:buSzPts val="1400"/>
              <a:buNone/>
              <a:defRPr>
                <a:solidFill>
                  <a:srgbClr val="434343"/>
                </a:solidFill>
              </a:defRPr>
            </a:lvl3pPr>
            <a:lvl4pPr lvl="3">
              <a:spcBef>
                <a:spcPts val="0"/>
              </a:spcBef>
              <a:spcAft>
                <a:spcPts val="0"/>
              </a:spcAft>
              <a:buClr>
                <a:srgbClr val="434343"/>
              </a:buClr>
              <a:buSzPts val="1400"/>
              <a:buNone/>
              <a:defRPr>
                <a:solidFill>
                  <a:srgbClr val="434343"/>
                </a:solidFill>
              </a:defRPr>
            </a:lvl4pPr>
            <a:lvl5pPr lvl="4">
              <a:spcBef>
                <a:spcPts val="0"/>
              </a:spcBef>
              <a:spcAft>
                <a:spcPts val="0"/>
              </a:spcAft>
              <a:buClr>
                <a:srgbClr val="434343"/>
              </a:buClr>
              <a:buSzPts val="1400"/>
              <a:buNone/>
              <a:defRPr>
                <a:solidFill>
                  <a:srgbClr val="434343"/>
                </a:solidFill>
              </a:defRPr>
            </a:lvl5pPr>
            <a:lvl6pPr lvl="5">
              <a:spcBef>
                <a:spcPts val="0"/>
              </a:spcBef>
              <a:spcAft>
                <a:spcPts val="0"/>
              </a:spcAft>
              <a:buClr>
                <a:srgbClr val="434343"/>
              </a:buClr>
              <a:buSzPts val="1400"/>
              <a:buNone/>
              <a:defRPr>
                <a:solidFill>
                  <a:srgbClr val="434343"/>
                </a:solidFill>
              </a:defRPr>
            </a:lvl6pPr>
            <a:lvl7pPr lvl="6">
              <a:spcBef>
                <a:spcPts val="0"/>
              </a:spcBef>
              <a:spcAft>
                <a:spcPts val="0"/>
              </a:spcAft>
              <a:buClr>
                <a:srgbClr val="434343"/>
              </a:buClr>
              <a:buSzPts val="1400"/>
              <a:buNone/>
              <a:defRPr>
                <a:solidFill>
                  <a:srgbClr val="434343"/>
                </a:solidFill>
              </a:defRPr>
            </a:lvl7pPr>
            <a:lvl8pPr lvl="7">
              <a:spcBef>
                <a:spcPts val="0"/>
              </a:spcBef>
              <a:spcAft>
                <a:spcPts val="0"/>
              </a:spcAft>
              <a:buClr>
                <a:srgbClr val="434343"/>
              </a:buClr>
              <a:buSzPts val="1400"/>
              <a:buNone/>
              <a:defRPr>
                <a:solidFill>
                  <a:srgbClr val="434343"/>
                </a:solidFill>
              </a:defRPr>
            </a:lvl8pPr>
            <a:lvl9pPr lvl="8">
              <a:spcBef>
                <a:spcPts val="0"/>
              </a:spcBef>
              <a:spcAft>
                <a:spcPts val="0"/>
              </a:spcAft>
              <a:buClr>
                <a:srgbClr val="434343"/>
              </a:buClr>
              <a:buSzPts val="1400"/>
              <a:buNone/>
              <a:defRPr>
                <a:solidFill>
                  <a:srgbClr val="434343"/>
                </a:solidFill>
              </a:defRPr>
            </a:lvl9pPr>
          </a:lstStyle>
          <a:p/>
        </p:txBody>
      </p:sp>
      <p:sp>
        <p:nvSpPr>
          <p:cNvPr id="149" name="Google Shape;149;p23"/>
          <p:cNvSpPr txBox="1"/>
          <p:nvPr>
            <p:ph idx="2" type="subTitle"/>
          </p:nvPr>
        </p:nvSpPr>
        <p:spPr>
          <a:xfrm>
            <a:off x="4900550" y="1130425"/>
            <a:ext cx="2996100" cy="693600"/>
          </a:xfrm>
          <a:prstGeom prst="rect">
            <a:avLst/>
          </a:prstGeom>
        </p:spPr>
        <p:txBody>
          <a:bodyPr anchorCtr="0" anchor="t" bIns="91425" lIns="91425" spcFirstLastPara="1" rIns="91425" wrap="square" tIns="91425">
            <a:normAutofit/>
          </a:bodyPr>
          <a:lstStyle>
            <a:lvl1pPr lvl="0">
              <a:spcBef>
                <a:spcPts val="0"/>
              </a:spcBef>
              <a:spcAft>
                <a:spcPts val="0"/>
              </a:spcAft>
              <a:buClr>
                <a:srgbClr val="434343"/>
              </a:buClr>
              <a:buSzPts val="1800"/>
              <a:buNone/>
              <a:defRPr>
                <a:solidFill>
                  <a:srgbClr val="434343"/>
                </a:solidFill>
              </a:defRPr>
            </a:lvl1pPr>
            <a:lvl2pPr lvl="1">
              <a:spcBef>
                <a:spcPts val="0"/>
              </a:spcBef>
              <a:spcAft>
                <a:spcPts val="0"/>
              </a:spcAft>
              <a:buClr>
                <a:srgbClr val="434343"/>
              </a:buClr>
              <a:buSzPts val="1400"/>
              <a:buNone/>
              <a:defRPr>
                <a:solidFill>
                  <a:srgbClr val="434343"/>
                </a:solidFill>
              </a:defRPr>
            </a:lvl2pPr>
            <a:lvl3pPr lvl="2">
              <a:spcBef>
                <a:spcPts val="0"/>
              </a:spcBef>
              <a:spcAft>
                <a:spcPts val="0"/>
              </a:spcAft>
              <a:buClr>
                <a:srgbClr val="434343"/>
              </a:buClr>
              <a:buSzPts val="1400"/>
              <a:buNone/>
              <a:defRPr>
                <a:solidFill>
                  <a:srgbClr val="434343"/>
                </a:solidFill>
              </a:defRPr>
            </a:lvl3pPr>
            <a:lvl4pPr lvl="3">
              <a:spcBef>
                <a:spcPts val="0"/>
              </a:spcBef>
              <a:spcAft>
                <a:spcPts val="0"/>
              </a:spcAft>
              <a:buClr>
                <a:srgbClr val="434343"/>
              </a:buClr>
              <a:buSzPts val="1400"/>
              <a:buNone/>
              <a:defRPr>
                <a:solidFill>
                  <a:srgbClr val="434343"/>
                </a:solidFill>
              </a:defRPr>
            </a:lvl4pPr>
            <a:lvl5pPr lvl="4">
              <a:spcBef>
                <a:spcPts val="0"/>
              </a:spcBef>
              <a:spcAft>
                <a:spcPts val="0"/>
              </a:spcAft>
              <a:buClr>
                <a:srgbClr val="434343"/>
              </a:buClr>
              <a:buSzPts val="1400"/>
              <a:buNone/>
              <a:defRPr>
                <a:solidFill>
                  <a:srgbClr val="434343"/>
                </a:solidFill>
              </a:defRPr>
            </a:lvl5pPr>
            <a:lvl6pPr lvl="5">
              <a:spcBef>
                <a:spcPts val="0"/>
              </a:spcBef>
              <a:spcAft>
                <a:spcPts val="0"/>
              </a:spcAft>
              <a:buClr>
                <a:srgbClr val="434343"/>
              </a:buClr>
              <a:buSzPts val="1400"/>
              <a:buNone/>
              <a:defRPr>
                <a:solidFill>
                  <a:srgbClr val="434343"/>
                </a:solidFill>
              </a:defRPr>
            </a:lvl6pPr>
            <a:lvl7pPr lvl="6">
              <a:spcBef>
                <a:spcPts val="0"/>
              </a:spcBef>
              <a:spcAft>
                <a:spcPts val="0"/>
              </a:spcAft>
              <a:buClr>
                <a:srgbClr val="434343"/>
              </a:buClr>
              <a:buSzPts val="1400"/>
              <a:buNone/>
              <a:defRPr>
                <a:solidFill>
                  <a:srgbClr val="434343"/>
                </a:solidFill>
              </a:defRPr>
            </a:lvl7pPr>
            <a:lvl8pPr lvl="7">
              <a:spcBef>
                <a:spcPts val="0"/>
              </a:spcBef>
              <a:spcAft>
                <a:spcPts val="0"/>
              </a:spcAft>
              <a:buClr>
                <a:srgbClr val="434343"/>
              </a:buClr>
              <a:buSzPts val="1400"/>
              <a:buNone/>
              <a:defRPr>
                <a:solidFill>
                  <a:srgbClr val="434343"/>
                </a:solidFill>
              </a:defRPr>
            </a:lvl8pPr>
            <a:lvl9pPr lvl="8">
              <a:spcBef>
                <a:spcPts val="0"/>
              </a:spcBef>
              <a:spcAft>
                <a:spcPts val="0"/>
              </a:spcAft>
              <a:buClr>
                <a:srgbClr val="434343"/>
              </a:buClr>
              <a:buSzPts val="1400"/>
              <a:buNone/>
              <a:defRPr>
                <a:solidFill>
                  <a:srgbClr val="434343"/>
                </a:solidFill>
              </a:defRPr>
            </a:lvl9pPr>
          </a:lstStyle>
          <a:p/>
        </p:txBody>
      </p:sp>
      <p:sp>
        <p:nvSpPr>
          <p:cNvPr id="150" name="Google Shape;150;p23"/>
          <p:cNvSpPr txBox="1"/>
          <p:nvPr>
            <p:ph idx="3" type="body"/>
          </p:nvPr>
        </p:nvSpPr>
        <p:spPr>
          <a:xfrm>
            <a:off x="438775" y="200895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1" name="Google Shape;151;p23"/>
          <p:cNvSpPr txBox="1"/>
          <p:nvPr>
            <p:ph idx="4" type="body"/>
          </p:nvPr>
        </p:nvSpPr>
        <p:spPr>
          <a:xfrm>
            <a:off x="4900550" y="200895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2" name="Google Shape;152;p23"/>
          <p:cNvSpPr txBox="1"/>
          <p:nvPr>
            <p:ph idx="5" type="body"/>
          </p:nvPr>
        </p:nvSpPr>
        <p:spPr>
          <a:xfrm>
            <a:off x="438775" y="249010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3" name="Google Shape;153;p23"/>
          <p:cNvSpPr txBox="1"/>
          <p:nvPr>
            <p:ph idx="6" type="body"/>
          </p:nvPr>
        </p:nvSpPr>
        <p:spPr>
          <a:xfrm>
            <a:off x="4900550" y="249010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23"/>
          <p:cNvSpPr txBox="1"/>
          <p:nvPr>
            <p:ph idx="7" type="body"/>
          </p:nvPr>
        </p:nvSpPr>
        <p:spPr>
          <a:xfrm>
            <a:off x="438775" y="3035923"/>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5" name="Google Shape;155;p23"/>
          <p:cNvSpPr txBox="1"/>
          <p:nvPr>
            <p:ph idx="8" type="body"/>
          </p:nvPr>
        </p:nvSpPr>
        <p:spPr>
          <a:xfrm>
            <a:off x="4900550" y="3035923"/>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6" name="Google Shape;156;p23"/>
          <p:cNvSpPr txBox="1"/>
          <p:nvPr>
            <p:ph idx="9" type="body"/>
          </p:nvPr>
        </p:nvSpPr>
        <p:spPr>
          <a:xfrm>
            <a:off x="438775" y="3517075"/>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7" name="Google Shape;157;p23"/>
          <p:cNvSpPr txBox="1"/>
          <p:nvPr>
            <p:ph idx="13" type="body"/>
          </p:nvPr>
        </p:nvSpPr>
        <p:spPr>
          <a:xfrm>
            <a:off x="4900550" y="3517075"/>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8" name="Google Shape;158;p23"/>
          <p:cNvSpPr txBox="1"/>
          <p:nvPr>
            <p:ph idx="14" type="body"/>
          </p:nvPr>
        </p:nvSpPr>
        <p:spPr>
          <a:xfrm>
            <a:off x="438775" y="406290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9" name="Google Shape;159;p23"/>
          <p:cNvSpPr txBox="1"/>
          <p:nvPr>
            <p:ph idx="15" type="body"/>
          </p:nvPr>
        </p:nvSpPr>
        <p:spPr>
          <a:xfrm>
            <a:off x="4900550" y="406290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light 1">
  <p:cSld name="CUSTOM_4_1">
    <p:spTree>
      <p:nvGrpSpPr>
        <p:cNvPr id="160" name="Shape 160"/>
        <p:cNvGrpSpPr/>
        <p:nvPr/>
      </p:nvGrpSpPr>
      <p:grpSpPr>
        <a:xfrm>
          <a:off x="0" y="0"/>
          <a:ext cx="0" cy="0"/>
          <a:chOff x="0" y="0"/>
          <a:chExt cx="0" cy="0"/>
        </a:xfrm>
      </p:grpSpPr>
      <p:pic>
        <p:nvPicPr>
          <p:cNvPr id="161" name="Google Shape;161;p24"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162" name="Google Shape;162;p24"/>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3" name="Google Shape;163;p24"/>
          <p:cNvSpPr txBox="1"/>
          <p:nvPr>
            <p:ph idx="1" type="subTitle"/>
          </p:nvPr>
        </p:nvSpPr>
        <p:spPr>
          <a:xfrm>
            <a:off x="438775" y="1130425"/>
            <a:ext cx="2996100" cy="693600"/>
          </a:xfrm>
          <a:prstGeom prst="rect">
            <a:avLst/>
          </a:prstGeom>
        </p:spPr>
        <p:txBody>
          <a:bodyPr anchorCtr="0" anchor="t" bIns="91425" lIns="91425" spcFirstLastPara="1" rIns="91425" wrap="square" tIns="91425">
            <a:normAutofit/>
          </a:bodyPr>
          <a:lstStyle>
            <a:lvl1pPr lvl="0">
              <a:spcBef>
                <a:spcPts val="0"/>
              </a:spcBef>
              <a:spcAft>
                <a:spcPts val="0"/>
              </a:spcAft>
              <a:buClr>
                <a:srgbClr val="F2FAFF"/>
              </a:buClr>
              <a:buSzPts val="1800"/>
              <a:buNone/>
              <a:defRPr>
                <a:solidFill>
                  <a:srgbClr val="F2FAFF"/>
                </a:solidFill>
              </a:defRPr>
            </a:lvl1pPr>
            <a:lvl2pPr lvl="1">
              <a:spcBef>
                <a:spcPts val="0"/>
              </a:spcBef>
              <a:spcAft>
                <a:spcPts val="0"/>
              </a:spcAft>
              <a:buClr>
                <a:srgbClr val="F2FAFF"/>
              </a:buClr>
              <a:buSzPts val="1400"/>
              <a:buNone/>
              <a:defRPr>
                <a:solidFill>
                  <a:srgbClr val="F2FAFF"/>
                </a:solidFill>
              </a:defRPr>
            </a:lvl2pPr>
            <a:lvl3pPr lvl="2">
              <a:spcBef>
                <a:spcPts val="0"/>
              </a:spcBef>
              <a:spcAft>
                <a:spcPts val="0"/>
              </a:spcAft>
              <a:buClr>
                <a:srgbClr val="F2FAFF"/>
              </a:buClr>
              <a:buSzPts val="1400"/>
              <a:buNone/>
              <a:defRPr>
                <a:solidFill>
                  <a:srgbClr val="F2FAFF"/>
                </a:solidFill>
              </a:defRPr>
            </a:lvl3pPr>
            <a:lvl4pPr lvl="3">
              <a:spcBef>
                <a:spcPts val="0"/>
              </a:spcBef>
              <a:spcAft>
                <a:spcPts val="0"/>
              </a:spcAft>
              <a:buClr>
                <a:srgbClr val="F2FAFF"/>
              </a:buClr>
              <a:buSzPts val="1400"/>
              <a:buNone/>
              <a:defRPr>
                <a:solidFill>
                  <a:srgbClr val="F2FAFF"/>
                </a:solidFill>
              </a:defRPr>
            </a:lvl4pPr>
            <a:lvl5pPr lvl="4">
              <a:spcBef>
                <a:spcPts val="0"/>
              </a:spcBef>
              <a:spcAft>
                <a:spcPts val="0"/>
              </a:spcAft>
              <a:buClr>
                <a:srgbClr val="F2FAFF"/>
              </a:buClr>
              <a:buSzPts val="1400"/>
              <a:buNone/>
              <a:defRPr>
                <a:solidFill>
                  <a:srgbClr val="F2FAFF"/>
                </a:solidFill>
              </a:defRPr>
            </a:lvl5pPr>
            <a:lvl6pPr lvl="5">
              <a:spcBef>
                <a:spcPts val="0"/>
              </a:spcBef>
              <a:spcAft>
                <a:spcPts val="0"/>
              </a:spcAft>
              <a:buClr>
                <a:srgbClr val="F2FAFF"/>
              </a:buClr>
              <a:buSzPts val="1400"/>
              <a:buNone/>
              <a:defRPr>
                <a:solidFill>
                  <a:srgbClr val="F2FAFF"/>
                </a:solidFill>
              </a:defRPr>
            </a:lvl6pPr>
            <a:lvl7pPr lvl="6">
              <a:spcBef>
                <a:spcPts val="0"/>
              </a:spcBef>
              <a:spcAft>
                <a:spcPts val="0"/>
              </a:spcAft>
              <a:buClr>
                <a:srgbClr val="F2FAFF"/>
              </a:buClr>
              <a:buSzPts val="1400"/>
              <a:buNone/>
              <a:defRPr>
                <a:solidFill>
                  <a:srgbClr val="F2FAFF"/>
                </a:solidFill>
              </a:defRPr>
            </a:lvl7pPr>
            <a:lvl8pPr lvl="7">
              <a:spcBef>
                <a:spcPts val="0"/>
              </a:spcBef>
              <a:spcAft>
                <a:spcPts val="0"/>
              </a:spcAft>
              <a:buClr>
                <a:srgbClr val="F2FAFF"/>
              </a:buClr>
              <a:buSzPts val="1400"/>
              <a:buNone/>
              <a:defRPr>
                <a:solidFill>
                  <a:srgbClr val="F2FAFF"/>
                </a:solidFill>
              </a:defRPr>
            </a:lvl8pPr>
            <a:lvl9pPr lvl="8">
              <a:spcBef>
                <a:spcPts val="0"/>
              </a:spcBef>
              <a:spcAft>
                <a:spcPts val="0"/>
              </a:spcAft>
              <a:buClr>
                <a:srgbClr val="F2FAFF"/>
              </a:buClr>
              <a:buSzPts val="1400"/>
              <a:buNone/>
              <a:defRPr>
                <a:solidFill>
                  <a:srgbClr val="F2FAFF"/>
                </a:solidFill>
              </a:defRPr>
            </a:lvl9pPr>
          </a:lstStyle>
          <a:p/>
        </p:txBody>
      </p:sp>
      <p:sp>
        <p:nvSpPr>
          <p:cNvPr id="164" name="Google Shape;164;p24"/>
          <p:cNvSpPr txBox="1"/>
          <p:nvPr>
            <p:ph idx="2" type="subTitle"/>
          </p:nvPr>
        </p:nvSpPr>
        <p:spPr>
          <a:xfrm>
            <a:off x="4900550" y="1130425"/>
            <a:ext cx="2996100" cy="693600"/>
          </a:xfrm>
          <a:prstGeom prst="rect">
            <a:avLst/>
          </a:prstGeom>
        </p:spPr>
        <p:txBody>
          <a:bodyPr anchorCtr="0" anchor="t" bIns="91425" lIns="91425" spcFirstLastPara="1" rIns="91425" wrap="square" tIns="91425">
            <a:normAutofit/>
          </a:bodyPr>
          <a:lstStyle>
            <a:lvl1pPr lvl="0">
              <a:spcBef>
                <a:spcPts val="0"/>
              </a:spcBef>
              <a:spcAft>
                <a:spcPts val="0"/>
              </a:spcAft>
              <a:buClr>
                <a:srgbClr val="F2FAFF"/>
              </a:buClr>
              <a:buSzPts val="1800"/>
              <a:buNone/>
              <a:defRPr>
                <a:solidFill>
                  <a:srgbClr val="F2FAFF"/>
                </a:solidFill>
              </a:defRPr>
            </a:lvl1pPr>
            <a:lvl2pPr lvl="1">
              <a:spcBef>
                <a:spcPts val="0"/>
              </a:spcBef>
              <a:spcAft>
                <a:spcPts val="0"/>
              </a:spcAft>
              <a:buClr>
                <a:srgbClr val="F2FAFF"/>
              </a:buClr>
              <a:buSzPts val="1400"/>
              <a:buNone/>
              <a:defRPr>
                <a:solidFill>
                  <a:srgbClr val="F2FAFF"/>
                </a:solidFill>
              </a:defRPr>
            </a:lvl2pPr>
            <a:lvl3pPr lvl="2">
              <a:spcBef>
                <a:spcPts val="0"/>
              </a:spcBef>
              <a:spcAft>
                <a:spcPts val="0"/>
              </a:spcAft>
              <a:buClr>
                <a:srgbClr val="F2FAFF"/>
              </a:buClr>
              <a:buSzPts val="1400"/>
              <a:buNone/>
              <a:defRPr>
                <a:solidFill>
                  <a:srgbClr val="F2FAFF"/>
                </a:solidFill>
              </a:defRPr>
            </a:lvl3pPr>
            <a:lvl4pPr lvl="3">
              <a:spcBef>
                <a:spcPts val="0"/>
              </a:spcBef>
              <a:spcAft>
                <a:spcPts val="0"/>
              </a:spcAft>
              <a:buClr>
                <a:srgbClr val="F2FAFF"/>
              </a:buClr>
              <a:buSzPts val="1400"/>
              <a:buNone/>
              <a:defRPr>
                <a:solidFill>
                  <a:srgbClr val="F2FAFF"/>
                </a:solidFill>
              </a:defRPr>
            </a:lvl4pPr>
            <a:lvl5pPr lvl="4">
              <a:spcBef>
                <a:spcPts val="0"/>
              </a:spcBef>
              <a:spcAft>
                <a:spcPts val="0"/>
              </a:spcAft>
              <a:buClr>
                <a:srgbClr val="F2FAFF"/>
              </a:buClr>
              <a:buSzPts val="1400"/>
              <a:buNone/>
              <a:defRPr>
                <a:solidFill>
                  <a:srgbClr val="F2FAFF"/>
                </a:solidFill>
              </a:defRPr>
            </a:lvl5pPr>
            <a:lvl6pPr lvl="5">
              <a:spcBef>
                <a:spcPts val="0"/>
              </a:spcBef>
              <a:spcAft>
                <a:spcPts val="0"/>
              </a:spcAft>
              <a:buClr>
                <a:srgbClr val="F2FAFF"/>
              </a:buClr>
              <a:buSzPts val="1400"/>
              <a:buNone/>
              <a:defRPr>
                <a:solidFill>
                  <a:srgbClr val="F2FAFF"/>
                </a:solidFill>
              </a:defRPr>
            </a:lvl6pPr>
            <a:lvl7pPr lvl="6">
              <a:spcBef>
                <a:spcPts val="0"/>
              </a:spcBef>
              <a:spcAft>
                <a:spcPts val="0"/>
              </a:spcAft>
              <a:buClr>
                <a:srgbClr val="F2FAFF"/>
              </a:buClr>
              <a:buSzPts val="1400"/>
              <a:buNone/>
              <a:defRPr>
                <a:solidFill>
                  <a:srgbClr val="F2FAFF"/>
                </a:solidFill>
              </a:defRPr>
            </a:lvl7pPr>
            <a:lvl8pPr lvl="7">
              <a:spcBef>
                <a:spcPts val="0"/>
              </a:spcBef>
              <a:spcAft>
                <a:spcPts val="0"/>
              </a:spcAft>
              <a:buClr>
                <a:srgbClr val="F2FAFF"/>
              </a:buClr>
              <a:buSzPts val="1400"/>
              <a:buNone/>
              <a:defRPr>
                <a:solidFill>
                  <a:srgbClr val="F2FAFF"/>
                </a:solidFill>
              </a:defRPr>
            </a:lvl8pPr>
            <a:lvl9pPr lvl="8">
              <a:spcBef>
                <a:spcPts val="0"/>
              </a:spcBef>
              <a:spcAft>
                <a:spcPts val="0"/>
              </a:spcAft>
              <a:buClr>
                <a:srgbClr val="F2FAFF"/>
              </a:buClr>
              <a:buSzPts val="1400"/>
              <a:buNone/>
              <a:defRPr>
                <a:solidFill>
                  <a:srgbClr val="F2FAFF"/>
                </a:solidFill>
              </a:defRPr>
            </a:lvl9pPr>
          </a:lstStyle>
          <a:p/>
        </p:txBody>
      </p:sp>
      <p:sp>
        <p:nvSpPr>
          <p:cNvPr id="165" name="Google Shape;165;p24"/>
          <p:cNvSpPr txBox="1"/>
          <p:nvPr>
            <p:ph idx="3" type="body"/>
          </p:nvPr>
        </p:nvSpPr>
        <p:spPr>
          <a:xfrm>
            <a:off x="438775" y="200895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66" name="Google Shape;166;p24"/>
          <p:cNvSpPr txBox="1"/>
          <p:nvPr>
            <p:ph idx="4" type="body"/>
          </p:nvPr>
        </p:nvSpPr>
        <p:spPr>
          <a:xfrm>
            <a:off x="4900550" y="200895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67" name="Google Shape;167;p24"/>
          <p:cNvSpPr txBox="1"/>
          <p:nvPr>
            <p:ph idx="5" type="body"/>
          </p:nvPr>
        </p:nvSpPr>
        <p:spPr>
          <a:xfrm>
            <a:off x="438775" y="249010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68" name="Google Shape;168;p24"/>
          <p:cNvSpPr txBox="1"/>
          <p:nvPr>
            <p:ph idx="6" type="body"/>
          </p:nvPr>
        </p:nvSpPr>
        <p:spPr>
          <a:xfrm>
            <a:off x="4900550" y="249010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69" name="Google Shape;169;p24"/>
          <p:cNvSpPr txBox="1"/>
          <p:nvPr>
            <p:ph idx="7" type="body"/>
          </p:nvPr>
        </p:nvSpPr>
        <p:spPr>
          <a:xfrm>
            <a:off x="438775" y="3035923"/>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0" name="Google Shape;170;p24"/>
          <p:cNvSpPr txBox="1"/>
          <p:nvPr>
            <p:ph idx="8" type="body"/>
          </p:nvPr>
        </p:nvSpPr>
        <p:spPr>
          <a:xfrm>
            <a:off x="4900550" y="3035923"/>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1" name="Google Shape;171;p24"/>
          <p:cNvSpPr txBox="1"/>
          <p:nvPr>
            <p:ph idx="9" type="body"/>
          </p:nvPr>
        </p:nvSpPr>
        <p:spPr>
          <a:xfrm>
            <a:off x="438775" y="3517075"/>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2" name="Google Shape;172;p24"/>
          <p:cNvSpPr txBox="1"/>
          <p:nvPr>
            <p:ph idx="13" type="body"/>
          </p:nvPr>
        </p:nvSpPr>
        <p:spPr>
          <a:xfrm>
            <a:off x="4900550" y="3517075"/>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3" name="Google Shape;173;p24"/>
          <p:cNvSpPr txBox="1"/>
          <p:nvPr>
            <p:ph idx="14" type="body"/>
          </p:nvPr>
        </p:nvSpPr>
        <p:spPr>
          <a:xfrm>
            <a:off x="438775" y="406290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4" name="Google Shape;174;p24"/>
          <p:cNvSpPr txBox="1"/>
          <p:nvPr>
            <p:ph idx="15" type="body"/>
          </p:nvPr>
        </p:nvSpPr>
        <p:spPr>
          <a:xfrm>
            <a:off x="4900550" y="406290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oint cards - light">
  <p:cSld name="CUSTOM_5">
    <p:spTree>
      <p:nvGrpSpPr>
        <p:cNvPr id="175" name="Shape 175"/>
        <p:cNvGrpSpPr/>
        <p:nvPr/>
      </p:nvGrpSpPr>
      <p:grpSpPr>
        <a:xfrm>
          <a:off x="0" y="0"/>
          <a:ext cx="0" cy="0"/>
          <a:chOff x="0" y="0"/>
          <a:chExt cx="0" cy="0"/>
        </a:xfrm>
      </p:grpSpPr>
      <p:pic>
        <p:nvPicPr>
          <p:cNvPr id="176" name="Google Shape;176;p25"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177" name="Google Shape;177;p25"/>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8" name="Google Shape;178;p25"/>
          <p:cNvSpPr txBox="1"/>
          <p:nvPr>
            <p:ph idx="1" type="subTitle"/>
          </p:nvPr>
        </p:nvSpPr>
        <p:spPr>
          <a:xfrm>
            <a:off x="311700" y="977550"/>
            <a:ext cx="6076500" cy="401100"/>
          </a:xfrm>
          <a:prstGeom prst="rect">
            <a:avLst/>
          </a:prstGeom>
        </p:spPr>
        <p:txBody>
          <a:bodyPr anchorCtr="0" anchor="t" bIns="91425" lIns="91425" spcFirstLastPara="1" rIns="91425" wrap="square" tIns="91425">
            <a:normAutofit/>
          </a:bodyPr>
          <a:lstStyle>
            <a:lvl1pPr lvl="0">
              <a:spcBef>
                <a:spcPts val="0"/>
              </a:spcBef>
              <a:spcAft>
                <a:spcPts val="0"/>
              </a:spcAft>
              <a:buClr>
                <a:srgbClr val="666666"/>
              </a:buClr>
              <a:buSzPts val="2000"/>
              <a:buNone/>
              <a:defRPr sz="2000">
                <a:solidFill>
                  <a:srgbClr val="66666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p25"/>
          <p:cNvSpPr txBox="1"/>
          <p:nvPr>
            <p:ph idx="2" type="body"/>
          </p:nvPr>
        </p:nvSpPr>
        <p:spPr>
          <a:xfrm>
            <a:off x="311700" y="1736325"/>
            <a:ext cx="4336800" cy="1752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434343"/>
              </a:buClr>
              <a:buSzPts val="1800"/>
              <a:buFont typeface="Inter"/>
              <a:buChar char="●"/>
              <a:defRPr>
                <a:solidFill>
                  <a:srgbClr val="434343"/>
                </a:solidFill>
                <a:latin typeface="Inter"/>
                <a:ea typeface="Inter"/>
                <a:cs typeface="Inter"/>
                <a:sym typeface="Inte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0" name="Google Shape;180;p25"/>
          <p:cNvSpPr/>
          <p:nvPr/>
        </p:nvSpPr>
        <p:spPr>
          <a:xfrm>
            <a:off x="5360821" y="1782084"/>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81" name="Google Shape;181;p25"/>
          <p:cNvSpPr/>
          <p:nvPr/>
        </p:nvSpPr>
        <p:spPr>
          <a:xfrm>
            <a:off x="5320660" y="1736325"/>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82" name="Google Shape;182;p25"/>
          <p:cNvSpPr/>
          <p:nvPr/>
        </p:nvSpPr>
        <p:spPr>
          <a:xfrm>
            <a:off x="5340736" y="2628855"/>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83" name="Google Shape;183;p25"/>
          <p:cNvSpPr/>
          <p:nvPr/>
        </p:nvSpPr>
        <p:spPr>
          <a:xfrm>
            <a:off x="5300576" y="2583096"/>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84" name="Google Shape;184;p25"/>
          <p:cNvSpPr/>
          <p:nvPr/>
        </p:nvSpPr>
        <p:spPr>
          <a:xfrm>
            <a:off x="5360807" y="3521376"/>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85" name="Google Shape;185;p25"/>
          <p:cNvSpPr/>
          <p:nvPr/>
        </p:nvSpPr>
        <p:spPr>
          <a:xfrm>
            <a:off x="5320646" y="3475617"/>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86" name="Google Shape;186;p25"/>
          <p:cNvSpPr txBox="1"/>
          <p:nvPr>
            <p:ph idx="3" type="body"/>
          </p:nvPr>
        </p:nvSpPr>
        <p:spPr>
          <a:xfrm>
            <a:off x="5360824" y="1878725"/>
            <a:ext cx="3336900" cy="360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7" name="Google Shape;187;p25"/>
          <p:cNvSpPr txBox="1"/>
          <p:nvPr>
            <p:ph idx="4" type="body"/>
          </p:nvPr>
        </p:nvSpPr>
        <p:spPr>
          <a:xfrm>
            <a:off x="5360824" y="2739406"/>
            <a:ext cx="3336900" cy="3606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88" name="Google Shape;188;p25"/>
          <p:cNvSpPr txBox="1"/>
          <p:nvPr>
            <p:ph idx="5" type="body"/>
          </p:nvPr>
        </p:nvSpPr>
        <p:spPr>
          <a:xfrm>
            <a:off x="5360824" y="3633800"/>
            <a:ext cx="3336900" cy="3606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oint cards - dark">
  <p:cSld name="CUSTOM_5_1">
    <p:spTree>
      <p:nvGrpSpPr>
        <p:cNvPr id="189" name="Shape 189"/>
        <p:cNvGrpSpPr/>
        <p:nvPr/>
      </p:nvGrpSpPr>
      <p:grpSpPr>
        <a:xfrm>
          <a:off x="0" y="0"/>
          <a:ext cx="0" cy="0"/>
          <a:chOff x="0" y="0"/>
          <a:chExt cx="0" cy="0"/>
        </a:xfrm>
      </p:grpSpPr>
      <p:pic>
        <p:nvPicPr>
          <p:cNvPr id="190" name="Google Shape;190;p26"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191" name="Google Shape;191;p26"/>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2" name="Google Shape;192;p26"/>
          <p:cNvSpPr txBox="1"/>
          <p:nvPr>
            <p:ph idx="1" type="subTitle"/>
          </p:nvPr>
        </p:nvSpPr>
        <p:spPr>
          <a:xfrm>
            <a:off x="311700" y="977550"/>
            <a:ext cx="6076500" cy="401100"/>
          </a:xfrm>
          <a:prstGeom prst="rect">
            <a:avLst/>
          </a:prstGeom>
        </p:spPr>
        <p:txBody>
          <a:bodyPr anchorCtr="0" anchor="t" bIns="91425" lIns="91425" spcFirstLastPara="1" rIns="91425" wrap="square" tIns="91425">
            <a:normAutofit/>
          </a:bodyPr>
          <a:lstStyle>
            <a:lvl1pPr lvl="0">
              <a:spcBef>
                <a:spcPts val="0"/>
              </a:spcBef>
              <a:spcAft>
                <a:spcPts val="0"/>
              </a:spcAft>
              <a:buClr>
                <a:srgbClr val="F2FAFF"/>
              </a:buClr>
              <a:buSzPts val="2000"/>
              <a:buNone/>
              <a:defRPr sz="2000">
                <a:solidFill>
                  <a:srgbClr val="F2FA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26"/>
          <p:cNvSpPr txBox="1"/>
          <p:nvPr>
            <p:ph idx="2" type="body"/>
          </p:nvPr>
        </p:nvSpPr>
        <p:spPr>
          <a:xfrm>
            <a:off x="311700" y="1736325"/>
            <a:ext cx="4336800" cy="1752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D9D9D9"/>
              </a:buClr>
              <a:buSzPts val="1800"/>
              <a:buFont typeface="Inter"/>
              <a:buChar char="●"/>
              <a:defRPr>
                <a:solidFill>
                  <a:srgbClr val="D9D9D9"/>
                </a:solidFill>
                <a:latin typeface="Inter"/>
                <a:ea typeface="Inter"/>
                <a:cs typeface="Inter"/>
                <a:sym typeface="Inte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4" name="Google Shape;194;p26"/>
          <p:cNvSpPr/>
          <p:nvPr/>
        </p:nvSpPr>
        <p:spPr>
          <a:xfrm>
            <a:off x="5360821" y="1782084"/>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5" name="Google Shape;195;p26"/>
          <p:cNvSpPr/>
          <p:nvPr/>
        </p:nvSpPr>
        <p:spPr>
          <a:xfrm>
            <a:off x="5320660" y="1736325"/>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96" name="Google Shape;196;p26"/>
          <p:cNvSpPr/>
          <p:nvPr/>
        </p:nvSpPr>
        <p:spPr>
          <a:xfrm>
            <a:off x="5340736" y="2628855"/>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7" name="Google Shape;197;p26"/>
          <p:cNvSpPr/>
          <p:nvPr/>
        </p:nvSpPr>
        <p:spPr>
          <a:xfrm>
            <a:off x="5300576" y="2583096"/>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98" name="Google Shape;198;p26"/>
          <p:cNvSpPr/>
          <p:nvPr/>
        </p:nvSpPr>
        <p:spPr>
          <a:xfrm>
            <a:off x="5360807" y="3521376"/>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9" name="Google Shape;199;p26"/>
          <p:cNvSpPr/>
          <p:nvPr/>
        </p:nvSpPr>
        <p:spPr>
          <a:xfrm>
            <a:off x="5320646" y="3475617"/>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200" name="Google Shape;200;p26"/>
          <p:cNvSpPr txBox="1"/>
          <p:nvPr>
            <p:ph idx="3" type="body"/>
          </p:nvPr>
        </p:nvSpPr>
        <p:spPr>
          <a:xfrm>
            <a:off x="5360824" y="1878725"/>
            <a:ext cx="3336900" cy="360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1" name="Google Shape;201;p26"/>
          <p:cNvSpPr txBox="1"/>
          <p:nvPr>
            <p:ph idx="4" type="body"/>
          </p:nvPr>
        </p:nvSpPr>
        <p:spPr>
          <a:xfrm>
            <a:off x="5360824" y="2739406"/>
            <a:ext cx="3336900" cy="360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2" name="Google Shape;202;p26"/>
          <p:cNvSpPr txBox="1"/>
          <p:nvPr>
            <p:ph idx="5" type="body"/>
          </p:nvPr>
        </p:nvSpPr>
        <p:spPr>
          <a:xfrm>
            <a:off x="5360824" y="3633800"/>
            <a:ext cx="3336900" cy="360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points - light">
  <p:cSld name="CUSTOM_6">
    <p:spTree>
      <p:nvGrpSpPr>
        <p:cNvPr id="203" name="Shape 203"/>
        <p:cNvGrpSpPr/>
        <p:nvPr/>
      </p:nvGrpSpPr>
      <p:grpSpPr>
        <a:xfrm>
          <a:off x="0" y="0"/>
          <a:ext cx="0" cy="0"/>
          <a:chOff x="0" y="0"/>
          <a:chExt cx="0" cy="0"/>
        </a:xfrm>
      </p:grpSpPr>
      <p:pic>
        <p:nvPicPr>
          <p:cNvPr id="204" name="Google Shape;204;p27"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205" name="Google Shape;205;p27"/>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6" name="Google Shape;206;p27"/>
          <p:cNvSpPr txBox="1"/>
          <p:nvPr>
            <p:ph idx="1" type="subTitle"/>
          </p:nvPr>
        </p:nvSpPr>
        <p:spPr>
          <a:xfrm>
            <a:off x="1502700" y="1367200"/>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27"/>
          <p:cNvSpPr txBox="1"/>
          <p:nvPr>
            <p:ph idx="2" type="subTitle"/>
          </p:nvPr>
        </p:nvSpPr>
        <p:spPr>
          <a:xfrm>
            <a:off x="1502700" y="1948725"/>
            <a:ext cx="5093400" cy="4110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8" name="Google Shape;208;p27"/>
          <p:cNvSpPr txBox="1"/>
          <p:nvPr>
            <p:ph idx="3" type="subTitle"/>
          </p:nvPr>
        </p:nvSpPr>
        <p:spPr>
          <a:xfrm>
            <a:off x="1502700" y="2530250"/>
            <a:ext cx="5093400" cy="4110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9" name="Google Shape;209;p27"/>
          <p:cNvSpPr txBox="1"/>
          <p:nvPr>
            <p:ph idx="4" type="subTitle"/>
          </p:nvPr>
        </p:nvSpPr>
        <p:spPr>
          <a:xfrm>
            <a:off x="1502700" y="3111775"/>
            <a:ext cx="5093400" cy="4110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0" name="Google Shape;210;p27"/>
          <p:cNvSpPr txBox="1"/>
          <p:nvPr>
            <p:ph idx="5" type="subTitle"/>
          </p:nvPr>
        </p:nvSpPr>
        <p:spPr>
          <a:xfrm>
            <a:off x="1502700" y="3693300"/>
            <a:ext cx="5093400" cy="4110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1" name="Google Shape;211;p27"/>
          <p:cNvSpPr txBox="1"/>
          <p:nvPr>
            <p:ph idx="6" type="subTitle"/>
          </p:nvPr>
        </p:nvSpPr>
        <p:spPr>
          <a:xfrm>
            <a:off x="311700" y="1367200"/>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006DDD"/>
              </a:buClr>
              <a:buSzPts val="1800"/>
              <a:buNone/>
              <a:defRPr>
                <a:solidFill>
                  <a:srgbClr val="006DDD"/>
                </a:solidFill>
              </a:defRPr>
            </a:lvl1pPr>
            <a:lvl2pPr lvl="1">
              <a:spcBef>
                <a:spcPts val="0"/>
              </a:spcBef>
              <a:spcAft>
                <a:spcPts val="0"/>
              </a:spcAft>
              <a:buClr>
                <a:srgbClr val="006DDD"/>
              </a:buClr>
              <a:buSzPts val="1400"/>
              <a:buNone/>
              <a:defRPr>
                <a:solidFill>
                  <a:srgbClr val="006DDD"/>
                </a:solidFill>
              </a:defRPr>
            </a:lvl2pPr>
            <a:lvl3pPr lvl="2">
              <a:spcBef>
                <a:spcPts val="0"/>
              </a:spcBef>
              <a:spcAft>
                <a:spcPts val="0"/>
              </a:spcAft>
              <a:buClr>
                <a:srgbClr val="006DDD"/>
              </a:buClr>
              <a:buSzPts val="1400"/>
              <a:buNone/>
              <a:defRPr>
                <a:solidFill>
                  <a:srgbClr val="006DDD"/>
                </a:solidFill>
              </a:defRPr>
            </a:lvl3pPr>
            <a:lvl4pPr lvl="3">
              <a:spcBef>
                <a:spcPts val="0"/>
              </a:spcBef>
              <a:spcAft>
                <a:spcPts val="0"/>
              </a:spcAft>
              <a:buClr>
                <a:srgbClr val="006DDD"/>
              </a:buClr>
              <a:buSzPts val="1400"/>
              <a:buNone/>
              <a:defRPr>
                <a:solidFill>
                  <a:srgbClr val="006DDD"/>
                </a:solidFill>
              </a:defRPr>
            </a:lvl4pPr>
            <a:lvl5pPr lvl="4">
              <a:spcBef>
                <a:spcPts val="0"/>
              </a:spcBef>
              <a:spcAft>
                <a:spcPts val="0"/>
              </a:spcAft>
              <a:buClr>
                <a:srgbClr val="006DDD"/>
              </a:buClr>
              <a:buSzPts val="1400"/>
              <a:buNone/>
              <a:defRPr>
                <a:solidFill>
                  <a:srgbClr val="006DDD"/>
                </a:solidFill>
              </a:defRPr>
            </a:lvl5pPr>
            <a:lvl6pPr lvl="5">
              <a:spcBef>
                <a:spcPts val="0"/>
              </a:spcBef>
              <a:spcAft>
                <a:spcPts val="0"/>
              </a:spcAft>
              <a:buClr>
                <a:srgbClr val="006DDD"/>
              </a:buClr>
              <a:buSzPts val="1400"/>
              <a:buNone/>
              <a:defRPr>
                <a:solidFill>
                  <a:srgbClr val="006DDD"/>
                </a:solidFill>
              </a:defRPr>
            </a:lvl6pPr>
            <a:lvl7pPr lvl="6">
              <a:spcBef>
                <a:spcPts val="0"/>
              </a:spcBef>
              <a:spcAft>
                <a:spcPts val="0"/>
              </a:spcAft>
              <a:buClr>
                <a:srgbClr val="006DDD"/>
              </a:buClr>
              <a:buSzPts val="1400"/>
              <a:buNone/>
              <a:defRPr>
                <a:solidFill>
                  <a:srgbClr val="006DDD"/>
                </a:solidFill>
              </a:defRPr>
            </a:lvl7pPr>
            <a:lvl8pPr lvl="7">
              <a:spcBef>
                <a:spcPts val="0"/>
              </a:spcBef>
              <a:spcAft>
                <a:spcPts val="0"/>
              </a:spcAft>
              <a:buClr>
                <a:srgbClr val="006DDD"/>
              </a:buClr>
              <a:buSzPts val="1400"/>
              <a:buNone/>
              <a:defRPr>
                <a:solidFill>
                  <a:srgbClr val="006DDD"/>
                </a:solidFill>
              </a:defRPr>
            </a:lvl8pPr>
            <a:lvl9pPr lvl="8">
              <a:spcBef>
                <a:spcPts val="0"/>
              </a:spcBef>
              <a:spcAft>
                <a:spcPts val="0"/>
              </a:spcAft>
              <a:buClr>
                <a:srgbClr val="006DDD"/>
              </a:buClr>
              <a:buSzPts val="1400"/>
              <a:buNone/>
              <a:defRPr>
                <a:solidFill>
                  <a:srgbClr val="006DDD"/>
                </a:solidFill>
              </a:defRPr>
            </a:lvl9pPr>
          </a:lstStyle>
          <a:p/>
        </p:txBody>
      </p:sp>
      <p:sp>
        <p:nvSpPr>
          <p:cNvPr id="212" name="Google Shape;212;p27"/>
          <p:cNvSpPr txBox="1"/>
          <p:nvPr>
            <p:ph idx="7" type="subTitle"/>
          </p:nvPr>
        </p:nvSpPr>
        <p:spPr>
          <a:xfrm>
            <a:off x="311700" y="1948725"/>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006DDD"/>
              </a:buClr>
              <a:buSzPts val="1800"/>
              <a:buNone/>
              <a:defRPr>
                <a:solidFill>
                  <a:srgbClr val="006DDD"/>
                </a:solidFill>
              </a:defRPr>
            </a:lvl1pPr>
            <a:lvl2pPr lvl="1">
              <a:spcBef>
                <a:spcPts val="0"/>
              </a:spcBef>
              <a:spcAft>
                <a:spcPts val="0"/>
              </a:spcAft>
              <a:buClr>
                <a:srgbClr val="006DDD"/>
              </a:buClr>
              <a:buSzPts val="1400"/>
              <a:buNone/>
              <a:defRPr>
                <a:solidFill>
                  <a:srgbClr val="006DDD"/>
                </a:solidFill>
              </a:defRPr>
            </a:lvl2pPr>
            <a:lvl3pPr lvl="2">
              <a:spcBef>
                <a:spcPts val="0"/>
              </a:spcBef>
              <a:spcAft>
                <a:spcPts val="0"/>
              </a:spcAft>
              <a:buClr>
                <a:srgbClr val="006DDD"/>
              </a:buClr>
              <a:buSzPts val="1400"/>
              <a:buNone/>
              <a:defRPr>
                <a:solidFill>
                  <a:srgbClr val="006DDD"/>
                </a:solidFill>
              </a:defRPr>
            </a:lvl3pPr>
            <a:lvl4pPr lvl="3">
              <a:spcBef>
                <a:spcPts val="0"/>
              </a:spcBef>
              <a:spcAft>
                <a:spcPts val="0"/>
              </a:spcAft>
              <a:buClr>
                <a:srgbClr val="006DDD"/>
              </a:buClr>
              <a:buSzPts val="1400"/>
              <a:buNone/>
              <a:defRPr>
                <a:solidFill>
                  <a:srgbClr val="006DDD"/>
                </a:solidFill>
              </a:defRPr>
            </a:lvl4pPr>
            <a:lvl5pPr lvl="4">
              <a:spcBef>
                <a:spcPts val="0"/>
              </a:spcBef>
              <a:spcAft>
                <a:spcPts val="0"/>
              </a:spcAft>
              <a:buClr>
                <a:srgbClr val="006DDD"/>
              </a:buClr>
              <a:buSzPts val="1400"/>
              <a:buNone/>
              <a:defRPr>
                <a:solidFill>
                  <a:srgbClr val="006DDD"/>
                </a:solidFill>
              </a:defRPr>
            </a:lvl5pPr>
            <a:lvl6pPr lvl="5">
              <a:spcBef>
                <a:spcPts val="0"/>
              </a:spcBef>
              <a:spcAft>
                <a:spcPts val="0"/>
              </a:spcAft>
              <a:buClr>
                <a:srgbClr val="006DDD"/>
              </a:buClr>
              <a:buSzPts val="1400"/>
              <a:buNone/>
              <a:defRPr>
                <a:solidFill>
                  <a:srgbClr val="006DDD"/>
                </a:solidFill>
              </a:defRPr>
            </a:lvl6pPr>
            <a:lvl7pPr lvl="6">
              <a:spcBef>
                <a:spcPts val="0"/>
              </a:spcBef>
              <a:spcAft>
                <a:spcPts val="0"/>
              </a:spcAft>
              <a:buClr>
                <a:srgbClr val="006DDD"/>
              </a:buClr>
              <a:buSzPts val="1400"/>
              <a:buNone/>
              <a:defRPr>
                <a:solidFill>
                  <a:srgbClr val="006DDD"/>
                </a:solidFill>
              </a:defRPr>
            </a:lvl7pPr>
            <a:lvl8pPr lvl="7">
              <a:spcBef>
                <a:spcPts val="0"/>
              </a:spcBef>
              <a:spcAft>
                <a:spcPts val="0"/>
              </a:spcAft>
              <a:buClr>
                <a:srgbClr val="006DDD"/>
              </a:buClr>
              <a:buSzPts val="1400"/>
              <a:buNone/>
              <a:defRPr>
                <a:solidFill>
                  <a:srgbClr val="006DDD"/>
                </a:solidFill>
              </a:defRPr>
            </a:lvl8pPr>
            <a:lvl9pPr lvl="8">
              <a:spcBef>
                <a:spcPts val="0"/>
              </a:spcBef>
              <a:spcAft>
                <a:spcPts val="0"/>
              </a:spcAft>
              <a:buClr>
                <a:srgbClr val="006DDD"/>
              </a:buClr>
              <a:buSzPts val="1400"/>
              <a:buNone/>
              <a:defRPr>
                <a:solidFill>
                  <a:srgbClr val="006DDD"/>
                </a:solidFill>
              </a:defRPr>
            </a:lvl9pPr>
          </a:lstStyle>
          <a:p/>
        </p:txBody>
      </p:sp>
      <p:sp>
        <p:nvSpPr>
          <p:cNvPr id="213" name="Google Shape;213;p27"/>
          <p:cNvSpPr txBox="1"/>
          <p:nvPr>
            <p:ph idx="8" type="subTitle"/>
          </p:nvPr>
        </p:nvSpPr>
        <p:spPr>
          <a:xfrm>
            <a:off x="311700" y="2530250"/>
            <a:ext cx="1191000" cy="4110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6DDD"/>
              </a:buClr>
              <a:buSzPts val="1800"/>
              <a:buNone/>
              <a:defRPr>
                <a:solidFill>
                  <a:srgbClr val="006DDD"/>
                </a:solidFill>
              </a:defRPr>
            </a:lvl1pPr>
            <a:lvl2pPr lvl="1" rtl="0">
              <a:spcBef>
                <a:spcPts val="0"/>
              </a:spcBef>
              <a:spcAft>
                <a:spcPts val="0"/>
              </a:spcAft>
              <a:buClr>
                <a:srgbClr val="006DDD"/>
              </a:buClr>
              <a:buSzPts val="1400"/>
              <a:buNone/>
              <a:defRPr>
                <a:solidFill>
                  <a:srgbClr val="006DDD"/>
                </a:solidFill>
              </a:defRPr>
            </a:lvl2pPr>
            <a:lvl3pPr lvl="2" rtl="0">
              <a:spcBef>
                <a:spcPts val="0"/>
              </a:spcBef>
              <a:spcAft>
                <a:spcPts val="0"/>
              </a:spcAft>
              <a:buClr>
                <a:srgbClr val="006DDD"/>
              </a:buClr>
              <a:buSzPts val="1400"/>
              <a:buNone/>
              <a:defRPr>
                <a:solidFill>
                  <a:srgbClr val="006DDD"/>
                </a:solidFill>
              </a:defRPr>
            </a:lvl3pPr>
            <a:lvl4pPr lvl="3" rtl="0">
              <a:spcBef>
                <a:spcPts val="0"/>
              </a:spcBef>
              <a:spcAft>
                <a:spcPts val="0"/>
              </a:spcAft>
              <a:buClr>
                <a:srgbClr val="006DDD"/>
              </a:buClr>
              <a:buSzPts val="1400"/>
              <a:buNone/>
              <a:defRPr>
                <a:solidFill>
                  <a:srgbClr val="006DDD"/>
                </a:solidFill>
              </a:defRPr>
            </a:lvl4pPr>
            <a:lvl5pPr lvl="4" rtl="0">
              <a:spcBef>
                <a:spcPts val="0"/>
              </a:spcBef>
              <a:spcAft>
                <a:spcPts val="0"/>
              </a:spcAft>
              <a:buClr>
                <a:srgbClr val="006DDD"/>
              </a:buClr>
              <a:buSzPts val="1400"/>
              <a:buNone/>
              <a:defRPr>
                <a:solidFill>
                  <a:srgbClr val="006DDD"/>
                </a:solidFill>
              </a:defRPr>
            </a:lvl5pPr>
            <a:lvl6pPr lvl="5" rtl="0">
              <a:spcBef>
                <a:spcPts val="0"/>
              </a:spcBef>
              <a:spcAft>
                <a:spcPts val="0"/>
              </a:spcAft>
              <a:buClr>
                <a:srgbClr val="006DDD"/>
              </a:buClr>
              <a:buSzPts val="1400"/>
              <a:buNone/>
              <a:defRPr>
                <a:solidFill>
                  <a:srgbClr val="006DDD"/>
                </a:solidFill>
              </a:defRPr>
            </a:lvl6pPr>
            <a:lvl7pPr lvl="6" rtl="0">
              <a:spcBef>
                <a:spcPts val="0"/>
              </a:spcBef>
              <a:spcAft>
                <a:spcPts val="0"/>
              </a:spcAft>
              <a:buClr>
                <a:srgbClr val="006DDD"/>
              </a:buClr>
              <a:buSzPts val="1400"/>
              <a:buNone/>
              <a:defRPr>
                <a:solidFill>
                  <a:srgbClr val="006DDD"/>
                </a:solidFill>
              </a:defRPr>
            </a:lvl7pPr>
            <a:lvl8pPr lvl="7" rtl="0">
              <a:spcBef>
                <a:spcPts val="0"/>
              </a:spcBef>
              <a:spcAft>
                <a:spcPts val="0"/>
              </a:spcAft>
              <a:buClr>
                <a:srgbClr val="006DDD"/>
              </a:buClr>
              <a:buSzPts val="1400"/>
              <a:buNone/>
              <a:defRPr>
                <a:solidFill>
                  <a:srgbClr val="006DDD"/>
                </a:solidFill>
              </a:defRPr>
            </a:lvl8pPr>
            <a:lvl9pPr lvl="8" rtl="0">
              <a:spcBef>
                <a:spcPts val="0"/>
              </a:spcBef>
              <a:spcAft>
                <a:spcPts val="0"/>
              </a:spcAft>
              <a:buClr>
                <a:srgbClr val="006DDD"/>
              </a:buClr>
              <a:buSzPts val="1400"/>
              <a:buNone/>
              <a:defRPr>
                <a:solidFill>
                  <a:srgbClr val="006DDD"/>
                </a:solidFill>
              </a:defRPr>
            </a:lvl9pPr>
          </a:lstStyle>
          <a:p/>
        </p:txBody>
      </p:sp>
      <p:sp>
        <p:nvSpPr>
          <p:cNvPr id="214" name="Google Shape;214;p27"/>
          <p:cNvSpPr txBox="1"/>
          <p:nvPr>
            <p:ph idx="9" type="subTitle"/>
          </p:nvPr>
        </p:nvSpPr>
        <p:spPr>
          <a:xfrm>
            <a:off x="311700" y="3111775"/>
            <a:ext cx="1191000" cy="4110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6DDD"/>
              </a:buClr>
              <a:buSzPts val="1800"/>
              <a:buNone/>
              <a:defRPr>
                <a:solidFill>
                  <a:srgbClr val="006DDD"/>
                </a:solidFill>
              </a:defRPr>
            </a:lvl1pPr>
            <a:lvl2pPr lvl="1" rtl="0">
              <a:spcBef>
                <a:spcPts val="0"/>
              </a:spcBef>
              <a:spcAft>
                <a:spcPts val="0"/>
              </a:spcAft>
              <a:buClr>
                <a:srgbClr val="006DDD"/>
              </a:buClr>
              <a:buSzPts val="1400"/>
              <a:buNone/>
              <a:defRPr>
                <a:solidFill>
                  <a:srgbClr val="006DDD"/>
                </a:solidFill>
              </a:defRPr>
            </a:lvl2pPr>
            <a:lvl3pPr lvl="2" rtl="0">
              <a:spcBef>
                <a:spcPts val="0"/>
              </a:spcBef>
              <a:spcAft>
                <a:spcPts val="0"/>
              </a:spcAft>
              <a:buClr>
                <a:srgbClr val="006DDD"/>
              </a:buClr>
              <a:buSzPts val="1400"/>
              <a:buNone/>
              <a:defRPr>
                <a:solidFill>
                  <a:srgbClr val="006DDD"/>
                </a:solidFill>
              </a:defRPr>
            </a:lvl3pPr>
            <a:lvl4pPr lvl="3" rtl="0">
              <a:spcBef>
                <a:spcPts val="0"/>
              </a:spcBef>
              <a:spcAft>
                <a:spcPts val="0"/>
              </a:spcAft>
              <a:buClr>
                <a:srgbClr val="006DDD"/>
              </a:buClr>
              <a:buSzPts val="1400"/>
              <a:buNone/>
              <a:defRPr>
                <a:solidFill>
                  <a:srgbClr val="006DDD"/>
                </a:solidFill>
              </a:defRPr>
            </a:lvl4pPr>
            <a:lvl5pPr lvl="4" rtl="0">
              <a:spcBef>
                <a:spcPts val="0"/>
              </a:spcBef>
              <a:spcAft>
                <a:spcPts val="0"/>
              </a:spcAft>
              <a:buClr>
                <a:srgbClr val="006DDD"/>
              </a:buClr>
              <a:buSzPts val="1400"/>
              <a:buNone/>
              <a:defRPr>
                <a:solidFill>
                  <a:srgbClr val="006DDD"/>
                </a:solidFill>
              </a:defRPr>
            </a:lvl5pPr>
            <a:lvl6pPr lvl="5" rtl="0">
              <a:spcBef>
                <a:spcPts val="0"/>
              </a:spcBef>
              <a:spcAft>
                <a:spcPts val="0"/>
              </a:spcAft>
              <a:buClr>
                <a:srgbClr val="006DDD"/>
              </a:buClr>
              <a:buSzPts val="1400"/>
              <a:buNone/>
              <a:defRPr>
                <a:solidFill>
                  <a:srgbClr val="006DDD"/>
                </a:solidFill>
              </a:defRPr>
            </a:lvl6pPr>
            <a:lvl7pPr lvl="6" rtl="0">
              <a:spcBef>
                <a:spcPts val="0"/>
              </a:spcBef>
              <a:spcAft>
                <a:spcPts val="0"/>
              </a:spcAft>
              <a:buClr>
                <a:srgbClr val="006DDD"/>
              </a:buClr>
              <a:buSzPts val="1400"/>
              <a:buNone/>
              <a:defRPr>
                <a:solidFill>
                  <a:srgbClr val="006DDD"/>
                </a:solidFill>
              </a:defRPr>
            </a:lvl7pPr>
            <a:lvl8pPr lvl="7" rtl="0">
              <a:spcBef>
                <a:spcPts val="0"/>
              </a:spcBef>
              <a:spcAft>
                <a:spcPts val="0"/>
              </a:spcAft>
              <a:buClr>
                <a:srgbClr val="006DDD"/>
              </a:buClr>
              <a:buSzPts val="1400"/>
              <a:buNone/>
              <a:defRPr>
                <a:solidFill>
                  <a:srgbClr val="006DDD"/>
                </a:solidFill>
              </a:defRPr>
            </a:lvl8pPr>
            <a:lvl9pPr lvl="8" rtl="0">
              <a:spcBef>
                <a:spcPts val="0"/>
              </a:spcBef>
              <a:spcAft>
                <a:spcPts val="0"/>
              </a:spcAft>
              <a:buClr>
                <a:srgbClr val="006DDD"/>
              </a:buClr>
              <a:buSzPts val="1400"/>
              <a:buNone/>
              <a:defRPr>
                <a:solidFill>
                  <a:srgbClr val="006DDD"/>
                </a:solidFill>
              </a:defRPr>
            </a:lvl9pPr>
          </a:lstStyle>
          <a:p/>
        </p:txBody>
      </p:sp>
      <p:sp>
        <p:nvSpPr>
          <p:cNvPr id="215" name="Google Shape;215;p27"/>
          <p:cNvSpPr txBox="1"/>
          <p:nvPr>
            <p:ph idx="13" type="subTitle"/>
          </p:nvPr>
        </p:nvSpPr>
        <p:spPr>
          <a:xfrm>
            <a:off x="311700" y="3693300"/>
            <a:ext cx="1191000" cy="4110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6DDD"/>
              </a:buClr>
              <a:buSzPts val="1800"/>
              <a:buNone/>
              <a:defRPr>
                <a:solidFill>
                  <a:srgbClr val="006DDD"/>
                </a:solidFill>
              </a:defRPr>
            </a:lvl1pPr>
            <a:lvl2pPr lvl="1" rtl="0">
              <a:spcBef>
                <a:spcPts val="0"/>
              </a:spcBef>
              <a:spcAft>
                <a:spcPts val="0"/>
              </a:spcAft>
              <a:buClr>
                <a:srgbClr val="006DDD"/>
              </a:buClr>
              <a:buSzPts val="1400"/>
              <a:buNone/>
              <a:defRPr>
                <a:solidFill>
                  <a:srgbClr val="006DDD"/>
                </a:solidFill>
              </a:defRPr>
            </a:lvl2pPr>
            <a:lvl3pPr lvl="2" rtl="0">
              <a:spcBef>
                <a:spcPts val="0"/>
              </a:spcBef>
              <a:spcAft>
                <a:spcPts val="0"/>
              </a:spcAft>
              <a:buClr>
                <a:srgbClr val="006DDD"/>
              </a:buClr>
              <a:buSzPts val="1400"/>
              <a:buNone/>
              <a:defRPr>
                <a:solidFill>
                  <a:srgbClr val="006DDD"/>
                </a:solidFill>
              </a:defRPr>
            </a:lvl3pPr>
            <a:lvl4pPr lvl="3" rtl="0">
              <a:spcBef>
                <a:spcPts val="0"/>
              </a:spcBef>
              <a:spcAft>
                <a:spcPts val="0"/>
              </a:spcAft>
              <a:buClr>
                <a:srgbClr val="006DDD"/>
              </a:buClr>
              <a:buSzPts val="1400"/>
              <a:buNone/>
              <a:defRPr>
                <a:solidFill>
                  <a:srgbClr val="006DDD"/>
                </a:solidFill>
              </a:defRPr>
            </a:lvl4pPr>
            <a:lvl5pPr lvl="4" rtl="0">
              <a:spcBef>
                <a:spcPts val="0"/>
              </a:spcBef>
              <a:spcAft>
                <a:spcPts val="0"/>
              </a:spcAft>
              <a:buClr>
                <a:srgbClr val="006DDD"/>
              </a:buClr>
              <a:buSzPts val="1400"/>
              <a:buNone/>
              <a:defRPr>
                <a:solidFill>
                  <a:srgbClr val="006DDD"/>
                </a:solidFill>
              </a:defRPr>
            </a:lvl5pPr>
            <a:lvl6pPr lvl="5" rtl="0">
              <a:spcBef>
                <a:spcPts val="0"/>
              </a:spcBef>
              <a:spcAft>
                <a:spcPts val="0"/>
              </a:spcAft>
              <a:buClr>
                <a:srgbClr val="006DDD"/>
              </a:buClr>
              <a:buSzPts val="1400"/>
              <a:buNone/>
              <a:defRPr>
                <a:solidFill>
                  <a:srgbClr val="006DDD"/>
                </a:solidFill>
              </a:defRPr>
            </a:lvl6pPr>
            <a:lvl7pPr lvl="6" rtl="0">
              <a:spcBef>
                <a:spcPts val="0"/>
              </a:spcBef>
              <a:spcAft>
                <a:spcPts val="0"/>
              </a:spcAft>
              <a:buClr>
                <a:srgbClr val="006DDD"/>
              </a:buClr>
              <a:buSzPts val="1400"/>
              <a:buNone/>
              <a:defRPr>
                <a:solidFill>
                  <a:srgbClr val="006DDD"/>
                </a:solidFill>
              </a:defRPr>
            </a:lvl7pPr>
            <a:lvl8pPr lvl="7" rtl="0">
              <a:spcBef>
                <a:spcPts val="0"/>
              </a:spcBef>
              <a:spcAft>
                <a:spcPts val="0"/>
              </a:spcAft>
              <a:buClr>
                <a:srgbClr val="006DDD"/>
              </a:buClr>
              <a:buSzPts val="1400"/>
              <a:buNone/>
              <a:defRPr>
                <a:solidFill>
                  <a:srgbClr val="006DDD"/>
                </a:solidFill>
              </a:defRPr>
            </a:lvl8pPr>
            <a:lvl9pPr lvl="8" rtl="0">
              <a:spcBef>
                <a:spcPts val="0"/>
              </a:spcBef>
              <a:spcAft>
                <a:spcPts val="0"/>
              </a:spcAft>
              <a:buClr>
                <a:srgbClr val="006DDD"/>
              </a:buClr>
              <a:buSzPts val="1400"/>
              <a:buNone/>
              <a:defRPr>
                <a:solidFill>
                  <a:srgbClr val="006DDD"/>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points - dark">
  <p:cSld name="CUSTOM_6_1">
    <p:spTree>
      <p:nvGrpSpPr>
        <p:cNvPr id="216" name="Shape 216"/>
        <p:cNvGrpSpPr/>
        <p:nvPr/>
      </p:nvGrpSpPr>
      <p:grpSpPr>
        <a:xfrm>
          <a:off x="0" y="0"/>
          <a:ext cx="0" cy="0"/>
          <a:chOff x="0" y="0"/>
          <a:chExt cx="0" cy="0"/>
        </a:xfrm>
      </p:grpSpPr>
      <p:pic>
        <p:nvPicPr>
          <p:cNvPr id="217" name="Google Shape;217;p28"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218" name="Google Shape;218;p28"/>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9" name="Google Shape;219;p28"/>
          <p:cNvSpPr txBox="1"/>
          <p:nvPr>
            <p:ph idx="1" type="subTitle"/>
          </p:nvPr>
        </p:nvSpPr>
        <p:spPr>
          <a:xfrm>
            <a:off x="1502700" y="1367200"/>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0" name="Google Shape;220;p28"/>
          <p:cNvSpPr txBox="1"/>
          <p:nvPr>
            <p:ph idx="2" type="subTitle"/>
          </p:nvPr>
        </p:nvSpPr>
        <p:spPr>
          <a:xfrm>
            <a:off x="1502700" y="1948725"/>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1" name="Google Shape;221;p28"/>
          <p:cNvSpPr txBox="1"/>
          <p:nvPr>
            <p:ph idx="3" type="subTitle"/>
          </p:nvPr>
        </p:nvSpPr>
        <p:spPr>
          <a:xfrm>
            <a:off x="1502700" y="2530250"/>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2" name="Google Shape;222;p28"/>
          <p:cNvSpPr txBox="1"/>
          <p:nvPr>
            <p:ph idx="4" type="subTitle"/>
          </p:nvPr>
        </p:nvSpPr>
        <p:spPr>
          <a:xfrm>
            <a:off x="1502700" y="3111775"/>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3" name="Google Shape;223;p28"/>
          <p:cNvSpPr txBox="1"/>
          <p:nvPr>
            <p:ph idx="5" type="subTitle"/>
          </p:nvPr>
        </p:nvSpPr>
        <p:spPr>
          <a:xfrm>
            <a:off x="1502700" y="3693300"/>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4" name="Google Shape;224;p28"/>
          <p:cNvSpPr txBox="1"/>
          <p:nvPr>
            <p:ph idx="6" type="subTitle"/>
          </p:nvPr>
        </p:nvSpPr>
        <p:spPr>
          <a:xfrm>
            <a:off x="311700" y="1367200"/>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
        <p:nvSpPr>
          <p:cNvPr id="225" name="Google Shape;225;p28"/>
          <p:cNvSpPr txBox="1"/>
          <p:nvPr>
            <p:ph idx="7" type="subTitle"/>
          </p:nvPr>
        </p:nvSpPr>
        <p:spPr>
          <a:xfrm>
            <a:off x="311700" y="1948725"/>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
        <p:nvSpPr>
          <p:cNvPr id="226" name="Google Shape;226;p28"/>
          <p:cNvSpPr txBox="1"/>
          <p:nvPr>
            <p:ph idx="8" type="subTitle"/>
          </p:nvPr>
        </p:nvSpPr>
        <p:spPr>
          <a:xfrm>
            <a:off x="311700" y="2530250"/>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
        <p:nvSpPr>
          <p:cNvPr id="227" name="Google Shape;227;p28"/>
          <p:cNvSpPr txBox="1"/>
          <p:nvPr>
            <p:ph idx="9" type="subTitle"/>
          </p:nvPr>
        </p:nvSpPr>
        <p:spPr>
          <a:xfrm>
            <a:off x="311700" y="3111775"/>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
        <p:nvSpPr>
          <p:cNvPr id="228" name="Google Shape;228;p28"/>
          <p:cNvSpPr txBox="1"/>
          <p:nvPr>
            <p:ph idx="13" type="subTitle"/>
          </p:nvPr>
        </p:nvSpPr>
        <p:spPr>
          <a:xfrm>
            <a:off x="311700" y="3693300"/>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light">
  <p:cSld name="SECTION_TITLE_AND_DESCRIPTION">
    <p:spTree>
      <p:nvGrpSpPr>
        <p:cNvPr id="229" name="Shape 229"/>
        <p:cNvGrpSpPr/>
        <p:nvPr/>
      </p:nvGrpSpPr>
      <p:grpSpPr>
        <a:xfrm>
          <a:off x="0" y="0"/>
          <a:ext cx="0" cy="0"/>
          <a:chOff x="0" y="0"/>
          <a:chExt cx="0" cy="0"/>
        </a:xfrm>
      </p:grpSpPr>
      <p:pic>
        <p:nvPicPr>
          <p:cNvPr id="230" name="Google Shape;230;p29" title="bg 15.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1" name="Google Shape;231;p29"/>
          <p:cNvSpPr txBox="1"/>
          <p:nvPr>
            <p:ph type="title"/>
          </p:nvPr>
        </p:nvSpPr>
        <p:spPr>
          <a:xfrm>
            <a:off x="372650" y="1233175"/>
            <a:ext cx="4045200" cy="1482300"/>
          </a:xfrm>
          <a:prstGeom prst="rect">
            <a:avLst/>
          </a:prstGeom>
        </p:spPr>
        <p:txBody>
          <a:bodyPr anchorCtr="0" anchor="b" bIns="91425" lIns="91425" spcFirstLastPara="1" rIns="91425" wrap="square" tIns="91425">
            <a:normAutofit/>
          </a:bodyPr>
          <a:lstStyle>
            <a:lvl1pPr lvl="0">
              <a:spcBef>
                <a:spcPts val="0"/>
              </a:spcBef>
              <a:spcAft>
                <a:spcPts val="0"/>
              </a:spcAft>
              <a:buClr>
                <a:srgbClr val="030710"/>
              </a:buClr>
              <a:buSzPts val="4200"/>
              <a:buNone/>
              <a:defRPr sz="4200">
                <a:solidFill>
                  <a:srgbClr val="030710"/>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32" name="Google Shape;232;p29"/>
          <p:cNvSpPr txBox="1"/>
          <p:nvPr>
            <p:ph idx="1" type="subTitle"/>
          </p:nvPr>
        </p:nvSpPr>
        <p:spPr>
          <a:xfrm>
            <a:off x="372650" y="2803075"/>
            <a:ext cx="4045200" cy="1235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434343"/>
              </a:buClr>
              <a:buSzPts val="2100"/>
              <a:buNone/>
              <a:defRPr sz="2100">
                <a:solidFill>
                  <a:srgbClr val="43434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33" name="Google Shape;233;p2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434343"/>
              </a:buClr>
              <a:buSzPts val="1800"/>
              <a:buChar char="●"/>
              <a:defRPr>
                <a:solidFill>
                  <a:srgbClr val="434343"/>
                </a:solidFill>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dark">
  <p:cSld name="SECTION_TITLE_AND_DESCRIPTION_1">
    <p:spTree>
      <p:nvGrpSpPr>
        <p:cNvPr id="234" name="Shape 234"/>
        <p:cNvGrpSpPr/>
        <p:nvPr/>
      </p:nvGrpSpPr>
      <p:grpSpPr>
        <a:xfrm>
          <a:off x="0" y="0"/>
          <a:ext cx="0" cy="0"/>
          <a:chOff x="0" y="0"/>
          <a:chExt cx="0" cy="0"/>
        </a:xfrm>
      </p:grpSpPr>
      <p:pic>
        <p:nvPicPr>
          <p:cNvPr id="235" name="Google Shape;235;p30" title="bg 14.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6" name="Google Shape;236;p30"/>
          <p:cNvSpPr txBox="1"/>
          <p:nvPr>
            <p:ph type="title"/>
          </p:nvPr>
        </p:nvSpPr>
        <p:spPr>
          <a:xfrm>
            <a:off x="372650" y="1233175"/>
            <a:ext cx="4045200" cy="1482300"/>
          </a:xfrm>
          <a:prstGeom prst="rect">
            <a:avLst/>
          </a:prstGeom>
        </p:spPr>
        <p:txBody>
          <a:bodyPr anchorCtr="0" anchor="b" bIns="91425" lIns="91425" spcFirstLastPara="1" rIns="91425" wrap="square" tIns="91425">
            <a:normAutofit/>
          </a:bodyPr>
          <a:lstStyle>
            <a:lvl1pPr lvl="0">
              <a:spcBef>
                <a:spcPts val="0"/>
              </a:spcBef>
              <a:spcAft>
                <a:spcPts val="0"/>
              </a:spcAft>
              <a:buClr>
                <a:srgbClr val="80C8FF"/>
              </a:buClr>
              <a:buSzPts val="4200"/>
              <a:buNone/>
              <a:defRPr sz="4200">
                <a:solidFill>
                  <a:srgbClr val="80C8FF"/>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37" name="Google Shape;237;p30"/>
          <p:cNvSpPr txBox="1"/>
          <p:nvPr>
            <p:ph idx="1" type="subTitle"/>
          </p:nvPr>
        </p:nvSpPr>
        <p:spPr>
          <a:xfrm>
            <a:off x="372650" y="2803075"/>
            <a:ext cx="4045200" cy="1235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2FAFF"/>
              </a:buClr>
              <a:buSzPts val="2100"/>
              <a:buNone/>
              <a:defRPr sz="2100">
                <a:solidFill>
                  <a:srgbClr val="F2FAFF"/>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38" name="Google Shape;238;p3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D9D9D9"/>
              </a:buClr>
              <a:buSzPts val="1800"/>
              <a:buChar char="●"/>
              <a:defRPr>
                <a:solidFill>
                  <a:srgbClr val="D9D9D9"/>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image 1 - light">
  <p:cSld name="CUSTOM_9">
    <p:spTree>
      <p:nvGrpSpPr>
        <p:cNvPr id="239" name="Shape 239"/>
        <p:cNvGrpSpPr/>
        <p:nvPr/>
      </p:nvGrpSpPr>
      <p:grpSpPr>
        <a:xfrm>
          <a:off x="0" y="0"/>
          <a:ext cx="0" cy="0"/>
          <a:chOff x="0" y="0"/>
          <a:chExt cx="0" cy="0"/>
        </a:xfrm>
      </p:grpSpPr>
      <p:pic>
        <p:nvPicPr>
          <p:cNvPr id="240" name="Google Shape;240;p31" title="bg 13.png"/>
          <p:cNvPicPr preferRelativeResize="0"/>
          <p:nvPr/>
        </p:nvPicPr>
        <p:blipFill>
          <a:blip r:embed="rId2">
            <a:alphaModFix/>
          </a:blip>
          <a:stretch>
            <a:fillRect/>
          </a:stretch>
        </p:blipFill>
        <p:spPr>
          <a:xfrm>
            <a:off x="0" y="0"/>
            <a:ext cx="9144000" cy="5143505"/>
          </a:xfrm>
          <a:prstGeom prst="rect">
            <a:avLst/>
          </a:prstGeom>
          <a:noFill/>
          <a:ln>
            <a:noFill/>
          </a:ln>
        </p:spPr>
      </p:pic>
      <p:sp>
        <p:nvSpPr>
          <p:cNvPr id="241" name="Google Shape;241;p31"/>
          <p:cNvSpPr/>
          <p:nvPr>
            <p:ph idx="2" type="pic"/>
          </p:nvPr>
        </p:nvSpPr>
        <p:spPr>
          <a:xfrm>
            <a:off x="466950" y="1089250"/>
            <a:ext cx="8210100" cy="3609900"/>
          </a:xfrm>
          <a:prstGeom prst="roundRect">
            <a:avLst>
              <a:gd fmla="val 4301" name="adj"/>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image 1 - dark">
  <p:cSld name="CUSTOM_9_1">
    <p:spTree>
      <p:nvGrpSpPr>
        <p:cNvPr id="242" name="Shape 242"/>
        <p:cNvGrpSpPr/>
        <p:nvPr/>
      </p:nvGrpSpPr>
      <p:grpSpPr>
        <a:xfrm>
          <a:off x="0" y="0"/>
          <a:ext cx="0" cy="0"/>
          <a:chOff x="0" y="0"/>
          <a:chExt cx="0" cy="0"/>
        </a:xfrm>
      </p:grpSpPr>
      <p:pic>
        <p:nvPicPr>
          <p:cNvPr id="243" name="Google Shape;243;p32" title="bg 12.png"/>
          <p:cNvPicPr preferRelativeResize="0"/>
          <p:nvPr/>
        </p:nvPicPr>
        <p:blipFill>
          <a:blip r:embed="rId2">
            <a:alphaModFix/>
          </a:blip>
          <a:stretch>
            <a:fillRect/>
          </a:stretch>
        </p:blipFill>
        <p:spPr>
          <a:xfrm>
            <a:off x="0" y="0"/>
            <a:ext cx="9144000" cy="5143505"/>
          </a:xfrm>
          <a:prstGeom prst="rect">
            <a:avLst/>
          </a:prstGeom>
          <a:noFill/>
          <a:ln>
            <a:noFill/>
          </a:ln>
        </p:spPr>
      </p:pic>
      <p:sp>
        <p:nvSpPr>
          <p:cNvPr id="244" name="Google Shape;244;p32"/>
          <p:cNvSpPr/>
          <p:nvPr>
            <p:ph idx="2" type="pic"/>
          </p:nvPr>
        </p:nvSpPr>
        <p:spPr>
          <a:xfrm>
            <a:off x="466950" y="1089250"/>
            <a:ext cx="8210100" cy="3609900"/>
          </a:xfrm>
          <a:prstGeom prst="roundRect">
            <a:avLst>
              <a:gd fmla="val 4301" name="adj"/>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light">
  <p:cSld name="CAPTION_ONLY">
    <p:spTree>
      <p:nvGrpSpPr>
        <p:cNvPr id="245" name="Shape 245"/>
        <p:cNvGrpSpPr/>
        <p:nvPr/>
      </p:nvGrpSpPr>
      <p:grpSpPr>
        <a:xfrm>
          <a:off x="0" y="0"/>
          <a:ext cx="0" cy="0"/>
          <a:chOff x="0" y="0"/>
          <a:chExt cx="0" cy="0"/>
        </a:xfrm>
      </p:grpSpPr>
      <p:pic>
        <p:nvPicPr>
          <p:cNvPr id="246" name="Google Shape;246;p33" title="bg 6.png"/>
          <p:cNvPicPr preferRelativeResize="0"/>
          <p:nvPr/>
        </p:nvPicPr>
        <p:blipFill>
          <a:blip r:embed="rId2">
            <a:alphaModFix/>
          </a:blip>
          <a:stretch>
            <a:fillRect/>
          </a:stretch>
        </p:blipFill>
        <p:spPr>
          <a:xfrm>
            <a:off x="0" y="-4"/>
            <a:ext cx="9144000" cy="5143505"/>
          </a:xfrm>
          <a:prstGeom prst="rect">
            <a:avLst/>
          </a:prstGeom>
          <a:noFill/>
          <a:ln>
            <a:noFill/>
          </a:ln>
        </p:spPr>
      </p:pic>
      <p:sp>
        <p:nvSpPr>
          <p:cNvPr id="247" name="Google Shape;247;p3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IBM Plex Mono Medium"/>
              <a:buNone/>
              <a:defRPr>
                <a:latin typeface="IBM Plex Mono Medium"/>
                <a:ea typeface="IBM Plex Mono Medium"/>
                <a:cs typeface="IBM Plex Mono Medium"/>
                <a:sym typeface="IBM Plex Mono Medium"/>
              </a:defRPr>
            </a:lvl1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dark">
  <p:cSld name="CAPTION_ONLY_1">
    <p:spTree>
      <p:nvGrpSpPr>
        <p:cNvPr id="248" name="Shape 248"/>
        <p:cNvGrpSpPr/>
        <p:nvPr/>
      </p:nvGrpSpPr>
      <p:grpSpPr>
        <a:xfrm>
          <a:off x="0" y="0"/>
          <a:ext cx="0" cy="0"/>
          <a:chOff x="0" y="0"/>
          <a:chExt cx="0" cy="0"/>
        </a:xfrm>
      </p:grpSpPr>
      <p:pic>
        <p:nvPicPr>
          <p:cNvPr id="249" name="Google Shape;249;p34"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0" name="Google Shape;250;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rgbClr val="80C8FF"/>
              </a:buClr>
              <a:buSzPts val="1800"/>
              <a:buFont typeface="IBM Plex Mono Medium"/>
              <a:buNone/>
              <a:defRPr>
                <a:solidFill>
                  <a:srgbClr val="80C8FF"/>
                </a:solidFill>
                <a:latin typeface="IBM Plex Mono Medium"/>
                <a:ea typeface="IBM Plex Mono Medium"/>
                <a:cs typeface="IBM Plex Mono Medium"/>
                <a:sym typeface="IBM Plex Mono Medium"/>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ight">
  <p:cSld name="CUSTOM_7">
    <p:spTree>
      <p:nvGrpSpPr>
        <p:cNvPr id="251" name="Shape 251"/>
        <p:cNvGrpSpPr/>
        <p:nvPr/>
      </p:nvGrpSpPr>
      <p:grpSpPr>
        <a:xfrm>
          <a:off x="0" y="0"/>
          <a:ext cx="0" cy="0"/>
          <a:chOff x="0" y="0"/>
          <a:chExt cx="0" cy="0"/>
        </a:xfrm>
      </p:grpSpPr>
      <p:pic>
        <p:nvPicPr>
          <p:cNvPr id="252" name="Google Shape;252;p35" title="bg 6.png"/>
          <p:cNvPicPr preferRelativeResize="0"/>
          <p:nvPr/>
        </p:nvPicPr>
        <p:blipFill>
          <a:blip r:embed="rId2">
            <a:alphaModFix/>
          </a:blip>
          <a:stretch>
            <a:fillRect/>
          </a:stretch>
        </p:blipFill>
        <p:spPr>
          <a:xfrm>
            <a:off x="0" y="25"/>
            <a:ext cx="9144000" cy="5143476"/>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ark">
  <p:cSld name="CUSTOM_7_1">
    <p:spTree>
      <p:nvGrpSpPr>
        <p:cNvPr id="253" name="Shape 253"/>
        <p:cNvGrpSpPr/>
        <p:nvPr/>
      </p:nvGrpSpPr>
      <p:grpSpPr>
        <a:xfrm>
          <a:off x="0" y="0"/>
          <a:ext cx="0" cy="0"/>
          <a:chOff x="0" y="0"/>
          <a:chExt cx="0" cy="0"/>
        </a:xfrm>
      </p:grpSpPr>
      <p:pic>
        <p:nvPicPr>
          <p:cNvPr id="254" name="Google Shape;254;p36" title="bg 7.png"/>
          <p:cNvPicPr preferRelativeResize="0"/>
          <p:nvPr/>
        </p:nvPicPr>
        <p:blipFill>
          <a:blip r:embed="rId2">
            <a:alphaModFix/>
          </a:blip>
          <a:stretch>
            <a:fillRect/>
          </a:stretch>
        </p:blipFill>
        <p:spPr>
          <a:xfrm>
            <a:off x="0" y="0"/>
            <a:ext cx="9144000" cy="51435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 light">
  <p:cSld name="BIG_NUMBER">
    <p:spTree>
      <p:nvGrpSpPr>
        <p:cNvPr id="255" name="Shape 255"/>
        <p:cNvGrpSpPr/>
        <p:nvPr/>
      </p:nvGrpSpPr>
      <p:grpSpPr>
        <a:xfrm>
          <a:off x="0" y="0"/>
          <a:ext cx="0" cy="0"/>
          <a:chOff x="0" y="0"/>
          <a:chExt cx="0" cy="0"/>
        </a:xfrm>
      </p:grpSpPr>
      <p:pic>
        <p:nvPicPr>
          <p:cNvPr id="256" name="Google Shape;256;p37" title="bg 1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7" name="Google Shape;257;p3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6DDD"/>
              </a:buClr>
              <a:buSzPts val="12000"/>
              <a:buNone/>
              <a:defRPr sz="12000">
                <a:solidFill>
                  <a:srgbClr val="006DDD"/>
                </a:solidFill>
              </a:defRPr>
            </a:lvl1pPr>
            <a:lvl2pPr lvl="1" algn="ctr">
              <a:spcBef>
                <a:spcPts val="0"/>
              </a:spcBef>
              <a:spcAft>
                <a:spcPts val="0"/>
              </a:spcAft>
              <a:buClr>
                <a:srgbClr val="80C8FF"/>
              </a:buClr>
              <a:buSzPts val="12000"/>
              <a:buNone/>
              <a:defRPr sz="12000">
                <a:solidFill>
                  <a:srgbClr val="80C8FF"/>
                </a:solidFill>
              </a:defRPr>
            </a:lvl2pPr>
            <a:lvl3pPr lvl="2" algn="ctr">
              <a:spcBef>
                <a:spcPts val="0"/>
              </a:spcBef>
              <a:spcAft>
                <a:spcPts val="0"/>
              </a:spcAft>
              <a:buClr>
                <a:srgbClr val="80C8FF"/>
              </a:buClr>
              <a:buSzPts val="12000"/>
              <a:buNone/>
              <a:defRPr sz="12000">
                <a:solidFill>
                  <a:srgbClr val="80C8FF"/>
                </a:solidFill>
              </a:defRPr>
            </a:lvl3pPr>
            <a:lvl4pPr lvl="3" algn="ctr">
              <a:spcBef>
                <a:spcPts val="0"/>
              </a:spcBef>
              <a:spcAft>
                <a:spcPts val="0"/>
              </a:spcAft>
              <a:buClr>
                <a:srgbClr val="80C8FF"/>
              </a:buClr>
              <a:buSzPts val="12000"/>
              <a:buNone/>
              <a:defRPr sz="12000">
                <a:solidFill>
                  <a:srgbClr val="80C8FF"/>
                </a:solidFill>
              </a:defRPr>
            </a:lvl4pPr>
            <a:lvl5pPr lvl="4" algn="ctr">
              <a:spcBef>
                <a:spcPts val="0"/>
              </a:spcBef>
              <a:spcAft>
                <a:spcPts val="0"/>
              </a:spcAft>
              <a:buClr>
                <a:srgbClr val="80C8FF"/>
              </a:buClr>
              <a:buSzPts val="12000"/>
              <a:buNone/>
              <a:defRPr sz="12000">
                <a:solidFill>
                  <a:srgbClr val="80C8FF"/>
                </a:solidFill>
              </a:defRPr>
            </a:lvl5pPr>
            <a:lvl6pPr lvl="5" algn="ctr">
              <a:spcBef>
                <a:spcPts val="0"/>
              </a:spcBef>
              <a:spcAft>
                <a:spcPts val="0"/>
              </a:spcAft>
              <a:buClr>
                <a:srgbClr val="80C8FF"/>
              </a:buClr>
              <a:buSzPts val="12000"/>
              <a:buNone/>
              <a:defRPr sz="12000">
                <a:solidFill>
                  <a:srgbClr val="80C8FF"/>
                </a:solidFill>
              </a:defRPr>
            </a:lvl6pPr>
            <a:lvl7pPr lvl="6" algn="ctr">
              <a:spcBef>
                <a:spcPts val="0"/>
              </a:spcBef>
              <a:spcAft>
                <a:spcPts val="0"/>
              </a:spcAft>
              <a:buClr>
                <a:srgbClr val="80C8FF"/>
              </a:buClr>
              <a:buSzPts val="12000"/>
              <a:buNone/>
              <a:defRPr sz="12000">
                <a:solidFill>
                  <a:srgbClr val="80C8FF"/>
                </a:solidFill>
              </a:defRPr>
            </a:lvl7pPr>
            <a:lvl8pPr lvl="7" algn="ctr">
              <a:spcBef>
                <a:spcPts val="0"/>
              </a:spcBef>
              <a:spcAft>
                <a:spcPts val="0"/>
              </a:spcAft>
              <a:buClr>
                <a:srgbClr val="80C8FF"/>
              </a:buClr>
              <a:buSzPts val="12000"/>
              <a:buNone/>
              <a:defRPr sz="12000">
                <a:solidFill>
                  <a:srgbClr val="80C8FF"/>
                </a:solidFill>
              </a:defRPr>
            </a:lvl8pPr>
            <a:lvl9pPr lvl="8" algn="ctr">
              <a:spcBef>
                <a:spcPts val="0"/>
              </a:spcBef>
              <a:spcAft>
                <a:spcPts val="0"/>
              </a:spcAft>
              <a:buClr>
                <a:srgbClr val="80C8FF"/>
              </a:buClr>
              <a:buSzPts val="12000"/>
              <a:buNone/>
              <a:defRPr sz="12000">
                <a:solidFill>
                  <a:srgbClr val="80C8FF"/>
                </a:solidFill>
              </a:defRPr>
            </a:lvl9pPr>
          </a:lstStyle>
          <a:p>
            <a:r>
              <a:t>xx%</a:t>
            </a:r>
          </a:p>
        </p:txBody>
      </p:sp>
      <p:sp>
        <p:nvSpPr>
          <p:cNvPr id="258" name="Google Shape;258;p3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rgbClr val="434343"/>
              </a:buClr>
              <a:buSzPts val="1800"/>
              <a:buChar char="●"/>
              <a:defRPr>
                <a:solidFill>
                  <a:srgbClr val="434343"/>
                </a:solidFill>
              </a:defRPr>
            </a:lvl1pPr>
            <a:lvl2pPr indent="-317500" lvl="1" marL="914400" algn="ctr">
              <a:spcBef>
                <a:spcPts val="0"/>
              </a:spcBef>
              <a:spcAft>
                <a:spcPts val="0"/>
              </a:spcAft>
              <a:buClr>
                <a:srgbClr val="434343"/>
              </a:buClr>
              <a:buSzPts val="1400"/>
              <a:buChar char="○"/>
              <a:defRPr>
                <a:solidFill>
                  <a:srgbClr val="434343"/>
                </a:solidFill>
              </a:defRPr>
            </a:lvl2pPr>
            <a:lvl3pPr indent="-317500" lvl="2" marL="1371600" algn="ctr">
              <a:spcBef>
                <a:spcPts val="0"/>
              </a:spcBef>
              <a:spcAft>
                <a:spcPts val="0"/>
              </a:spcAft>
              <a:buClr>
                <a:srgbClr val="434343"/>
              </a:buClr>
              <a:buSzPts val="1400"/>
              <a:buChar char="■"/>
              <a:defRPr>
                <a:solidFill>
                  <a:srgbClr val="434343"/>
                </a:solidFill>
              </a:defRPr>
            </a:lvl3pPr>
            <a:lvl4pPr indent="-317500" lvl="3" marL="1828800" algn="ctr">
              <a:spcBef>
                <a:spcPts val="0"/>
              </a:spcBef>
              <a:spcAft>
                <a:spcPts val="0"/>
              </a:spcAft>
              <a:buClr>
                <a:srgbClr val="434343"/>
              </a:buClr>
              <a:buSzPts val="1400"/>
              <a:buChar char="●"/>
              <a:defRPr>
                <a:solidFill>
                  <a:srgbClr val="434343"/>
                </a:solidFill>
              </a:defRPr>
            </a:lvl4pPr>
            <a:lvl5pPr indent="-317500" lvl="4" marL="2286000" algn="ctr">
              <a:spcBef>
                <a:spcPts val="0"/>
              </a:spcBef>
              <a:spcAft>
                <a:spcPts val="0"/>
              </a:spcAft>
              <a:buClr>
                <a:srgbClr val="434343"/>
              </a:buClr>
              <a:buSzPts val="1400"/>
              <a:buChar char="○"/>
              <a:defRPr>
                <a:solidFill>
                  <a:srgbClr val="434343"/>
                </a:solidFill>
              </a:defRPr>
            </a:lvl5pPr>
            <a:lvl6pPr indent="-317500" lvl="5" marL="2743200" algn="ctr">
              <a:spcBef>
                <a:spcPts val="0"/>
              </a:spcBef>
              <a:spcAft>
                <a:spcPts val="0"/>
              </a:spcAft>
              <a:buClr>
                <a:srgbClr val="434343"/>
              </a:buClr>
              <a:buSzPts val="1400"/>
              <a:buChar char="■"/>
              <a:defRPr>
                <a:solidFill>
                  <a:srgbClr val="434343"/>
                </a:solidFill>
              </a:defRPr>
            </a:lvl6pPr>
            <a:lvl7pPr indent="-317500" lvl="6" marL="3200400" algn="ctr">
              <a:spcBef>
                <a:spcPts val="0"/>
              </a:spcBef>
              <a:spcAft>
                <a:spcPts val="0"/>
              </a:spcAft>
              <a:buClr>
                <a:srgbClr val="434343"/>
              </a:buClr>
              <a:buSzPts val="1400"/>
              <a:buChar char="●"/>
              <a:defRPr>
                <a:solidFill>
                  <a:srgbClr val="434343"/>
                </a:solidFill>
              </a:defRPr>
            </a:lvl7pPr>
            <a:lvl8pPr indent="-317500" lvl="7" marL="3657600" algn="ctr">
              <a:spcBef>
                <a:spcPts val="0"/>
              </a:spcBef>
              <a:spcAft>
                <a:spcPts val="0"/>
              </a:spcAft>
              <a:buClr>
                <a:srgbClr val="434343"/>
              </a:buClr>
              <a:buSzPts val="1400"/>
              <a:buChar char="○"/>
              <a:defRPr>
                <a:solidFill>
                  <a:srgbClr val="434343"/>
                </a:solidFill>
              </a:defRPr>
            </a:lvl8pPr>
            <a:lvl9pPr indent="-317500" lvl="8" marL="4114800" algn="ctr">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 dark">
  <p:cSld name="BIG_NUMBER_1">
    <p:spTree>
      <p:nvGrpSpPr>
        <p:cNvPr id="259" name="Shape 259"/>
        <p:cNvGrpSpPr/>
        <p:nvPr/>
      </p:nvGrpSpPr>
      <p:grpSpPr>
        <a:xfrm>
          <a:off x="0" y="0"/>
          <a:ext cx="0" cy="0"/>
          <a:chOff x="0" y="0"/>
          <a:chExt cx="0" cy="0"/>
        </a:xfrm>
      </p:grpSpPr>
      <p:pic>
        <p:nvPicPr>
          <p:cNvPr id="260" name="Google Shape;260;p38" title="bg 1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1" name="Google Shape;261;p3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80C8FF"/>
              </a:buClr>
              <a:buSzPts val="12000"/>
              <a:buNone/>
              <a:defRPr sz="12000">
                <a:solidFill>
                  <a:srgbClr val="80C8FF"/>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62" name="Google Shape;262;p3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rgbClr val="CCCCCC"/>
              </a:buClr>
              <a:buSzPts val="1800"/>
              <a:buChar char="●"/>
              <a:defRPr>
                <a:solidFill>
                  <a:srgbClr val="CCCCCC"/>
                </a:solidFill>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ard - light">
  <p:cSld name="CUSTOM_10">
    <p:spTree>
      <p:nvGrpSpPr>
        <p:cNvPr id="263" name="Shape 263"/>
        <p:cNvGrpSpPr/>
        <p:nvPr/>
      </p:nvGrpSpPr>
      <p:grpSpPr>
        <a:xfrm>
          <a:off x="0" y="0"/>
          <a:ext cx="0" cy="0"/>
          <a:chOff x="0" y="0"/>
          <a:chExt cx="0" cy="0"/>
        </a:xfrm>
      </p:grpSpPr>
      <p:pic>
        <p:nvPicPr>
          <p:cNvPr id="264" name="Google Shape;264;p39" title="bg 19.png"/>
          <p:cNvPicPr preferRelativeResize="0"/>
          <p:nvPr/>
        </p:nvPicPr>
        <p:blipFill>
          <a:blip r:embed="rId2">
            <a:alphaModFix/>
          </a:blip>
          <a:stretch>
            <a:fillRect/>
          </a:stretch>
        </p:blipFill>
        <p:spPr>
          <a:xfrm>
            <a:off x="0" y="0"/>
            <a:ext cx="9144000" cy="5143511"/>
          </a:xfrm>
          <a:prstGeom prst="rect">
            <a:avLst/>
          </a:prstGeom>
          <a:noFill/>
          <a:ln>
            <a:noFill/>
          </a:ln>
        </p:spPr>
      </p:pic>
      <p:pic>
        <p:nvPicPr>
          <p:cNvPr id="265" name="Google Shape;265;p39" title="LangChain_Lockup_DarkBlue.png"/>
          <p:cNvPicPr preferRelativeResize="0"/>
          <p:nvPr/>
        </p:nvPicPr>
        <p:blipFill>
          <a:blip r:embed="rId3">
            <a:alphaModFix/>
          </a:blip>
          <a:stretch>
            <a:fillRect/>
          </a:stretch>
        </p:blipFill>
        <p:spPr>
          <a:xfrm>
            <a:off x="311700" y="834951"/>
            <a:ext cx="2233800" cy="412275"/>
          </a:xfrm>
          <a:prstGeom prst="rect">
            <a:avLst/>
          </a:prstGeom>
          <a:noFill/>
          <a:ln>
            <a:noFill/>
          </a:ln>
        </p:spPr>
      </p:pic>
      <p:sp>
        <p:nvSpPr>
          <p:cNvPr id="266" name="Google Shape;266;p39"/>
          <p:cNvSpPr txBox="1"/>
          <p:nvPr>
            <p:ph type="title"/>
          </p:nvPr>
        </p:nvSpPr>
        <p:spPr>
          <a:xfrm>
            <a:off x="311700" y="1425635"/>
            <a:ext cx="5446500" cy="6105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39"/>
          <p:cNvSpPr txBox="1"/>
          <p:nvPr>
            <p:ph idx="1" type="subTitle"/>
          </p:nvPr>
        </p:nvSpPr>
        <p:spPr>
          <a:xfrm>
            <a:off x="311700" y="2080217"/>
            <a:ext cx="4445100" cy="4122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8" name="Google Shape;268;p39"/>
          <p:cNvSpPr/>
          <p:nvPr>
            <p:ph idx="2" type="pic"/>
          </p:nvPr>
        </p:nvSpPr>
        <p:spPr>
          <a:xfrm>
            <a:off x="311700" y="2971400"/>
            <a:ext cx="1306500" cy="412200"/>
          </a:xfrm>
          <a:prstGeom prst="rect">
            <a:avLst/>
          </a:prstGeom>
          <a:noFill/>
          <a:ln>
            <a:noFill/>
          </a:ln>
        </p:spPr>
      </p:sp>
      <p:sp>
        <p:nvSpPr>
          <p:cNvPr id="269" name="Google Shape;269;p39"/>
          <p:cNvSpPr/>
          <p:nvPr>
            <p:ph idx="3" type="pic"/>
          </p:nvPr>
        </p:nvSpPr>
        <p:spPr>
          <a:xfrm>
            <a:off x="1881000" y="2971400"/>
            <a:ext cx="1306500" cy="412200"/>
          </a:xfrm>
          <a:prstGeom prst="rect">
            <a:avLst/>
          </a:prstGeom>
          <a:noFill/>
          <a:ln>
            <a:noFill/>
          </a:ln>
        </p:spPr>
      </p:sp>
      <p:sp>
        <p:nvSpPr>
          <p:cNvPr id="270" name="Google Shape;270;p39"/>
          <p:cNvSpPr/>
          <p:nvPr>
            <p:ph idx="4" type="pic"/>
          </p:nvPr>
        </p:nvSpPr>
        <p:spPr>
          <a:xfrm>
            <a:off x="3450300" y="2971400"/>
            <a:ext cx="1306500" cy="412200"/>
          </a:xfrm>
          <a:prstGeom prst="rect">
            <a:avLst/>
          </a:prstGeom>
          <a:noFill/>
          <a:ln>
            <a:noFill/>
          </a:ln>
        </p:spPr>
      </p:sp>
      <p:sp>
        <p:nvSpPr>
          <p:cNvPr id="271" name="Google Shape;271;p39"/>
          <p:cNvSpPr/>
          <p:nvPr>
            <p:ph idx="5" type="pic"/>
          </p:nvPr>
        </p:nvSpPr>
        <p:spPr>
          <a:xfrm>
            <a:off x="5019600" y="2971400"/>
            <a:ext cx="1306500" cy="412200"/>
          </a:xfrm>
          <a:prstGeom prst="rect">
            <a:avLst/>
          </a:prstGeom>
          <a:noFill/>
          <a:ln>
            <a:noFill/>
          </a:ln>
        </p:spPr>
      </p:sp>
      <p:sp>
        <p:nvSpPr>
          <p:cNvPr id="272" name="Google Shape;272;p39"/>
          <p:cNvSpPr/>
          <p:nvPr>
            <p:ph idx="6" type="pic"/>
          </p:nvPr>
        </p:nvSpPr>
        <p:spPr>
          <a:xfrm>
            <a:off x="311700" y="3602950"/>
            <a:ext cx="1306500" cy="412200"/>
          </a:xfrm>
          <a:prstGeom prst="rect">
            <a:avLst/>
          </a:prstGeom>
          <a:noFill/>
          <a:ln>
            <a:noFill/>
          </a:ln>
        </p:spPr>
      </p:sp>
      <p:sp>
        <p:nvSpPr>
          <p:cNvPr id="273" name="Google Shape;273;p39"/>
          <p:cNvSpPr/>
          <p:nvPr>
            <p:ph idx="7" type="pic"/>
          </p:nvPr>
        </p:nvSpPr>
        <p:spPr>
          <a:xfrm>
            <a:off x="1881000" y="3602950"/>
            <a:ext cx="1306500" cy="412200"/>
          </a:xfrm>
          <a:prstGeom prst="rect">
            <a:avLst/>
          </a:prstGeom>
          <a:noFill/>
          <a:ln>
            <a:noFill/>
          </a:ln>
        </p:spPr>
      </p:sp>
      <p:sp>
        <p:nvSpPr>
          <p:cNvPr id="274" name="Google Shape;274;p39"/>
          <p:cNvSpPr/>
          <p:nvPr>
            <p:ph idx="8" type="pic"/>
          </p:nvPr>
        </p:nvSpPr>
        <p:spPr>
          <a:xfrm>
            <a:off x="3450300" y="3602950"/>
            <a:ext cx="1306500" cy="412200"/>
          </a:xfrm>
          <a:prstGeom prst="rect">
            <a:avLst/>
          </a:prstGeom>
          <a:noFill/>
          <a:ln>
            <a:noFill/>
          </a:ln>
        </p:spPr>
      </p:sp>
      <p:sp>
        <p:nvSpPr>
          <p:cNvPr id="275" name="Google Shape;275;p39"/>
          <p:cNvSpPr/>
          <p:nvPr>
            <p:ph idx="9" type="pic"/>
          </p:nvPr>
        </p:nvSpPr>
        <p:spPr>
          <a:xfrm>
            <a:off x="5019600" y="3602950"/>
            <a:ext cx="1306500" cy="412200"/>
          </a:xfrm>
          <a:prstGeom prst="rect">
            <a:avLst/>
          </a:prstGeom>
          <a:noFill/>
          <a:ln>
            <a:noFill/>
          </a:ln>
        </p:spPr>
      </p:sp>
      <p:sp>
        <p:nvSpPr>
          <p:cNvPr id="276" name="Google Shape;276;p39"/>
          <p:cNvSpPr/>
          <p:nvPr>
            <p:ph idx="13" type="pic"/>
          </p:nvPr>
        </p:nvSpPr>
        <p:spPr>
          <a:xfrm>
            <a:off x="311700" y="4234500"/>
            <a:ext cx="1306500" cy="412200"/>
          </a:xfrm>
          <a:prstGeom prst="rect">
            <a:avLst/>
          </a:prstGeom>
          <a:noFill/>
          <a:ln>
            <a:noFill/>
          </a:ln>
        </p:spPr>
      </p:sp>
      <p:sp>
        <p:nvSpPr>
          <p:cNvPr id="277" name="Google Shape;277;p39"/>
          <p:cNvSpPr/>
          <p:nvPr>
            <p:ph idx="14" type="pic"/>
          </p:nvPr>
        </p:nvSpPr>
        <p:spPr>
          <a:xfrm>
            <a:off x="1881000" y="4234500"/>
            <a:ext cx="1306500" cy="412200"/>
          </a:xfrm>
          <a:prstGeom prst="rect">
            <a:avLst/>
          </a:prstGeom>
          <a:noFill/>
          <a:ln>
            <a:noFill/>
          </a:ln>
        </p:spPr>
      </p:sp>
      <p:sp>
        <p:nvSpPr>
          <p:cNvPr id="278" name="Google Shape;278;p39"/>
          <p:cNvSpPr/>
          <p:nvPr>
            <p:ph idx="15" type="pic"/>
          </p:nvPr>
        </p:nvSpPr>
        <p:spPr>
          <a:xfrm>
            <a:off x="3450300" y="4234500"/>
            <a:ext cx="1306500" cy="412200"/>
          </a:xfrm>
          <a:prstGeom prst="rect">
            <a:avLst/>
          </a:prstGeom>
          <a:noFill/>
          <a:ln>
            <a:noFill/>
          </a:ln>
        </p:spPr>
      </p:sp>
      <p:sp>
        <p:nvSpPr>
          <p:cNvPr id="279" name="Google Shape;279;p39"/>
          <p:cNvSpPr/>
          <p:nvPr>
            <p:ph idx="16" type="pic"/>
          </p:nvPr>
        </p:nvSpPr>
        <p:spPr>
          <a:xfrm>
            <a:off x="5019600" y="4234500"/>
            <a:ext cx="1306500" cy="412200"/>
          </a:xfrm>
          <a:prstGeom prst="rect">
            <a:avLst/>
          </a:prstGeom>
          <a:noFill/>
          <a:ln>
            <a:noFill/>
          </a:ln>
        </p:spPr>
      </p:sp>
      <p:sp>
        <p:nvSpPr>
          <p:cNvPr id="280" name="Google Shape;280;p39"/>
          <p:cNvSpPr/>
          <p:nvPr>
            <p:ph idx="17" type="pic"/>
          </p:nvPr>
        </p:nvSpPr>
        <p:spPr>
          <a:xfrm>
            <a:off x="6588900" y="4234500"/>
            <a:ext cx="1306500" cy="412200"/>
          </a:xfrm>
          <a:prstGeom prst="rect">
            <a:avLst/>
          </a:prstGeom>
          <a:noFill/>
          <a:ln>
            <a:noFill/>
          </a:ln>
        </p:spPr>
      </p:sp>
      <p:sp>
        <p:nvSpPr>
          <p:cNvPr id="281" name="Google Shape;281;p39"/>
          <p:cNvSpPr/>
          <p:nvPr>
            <p:ph idx="18" type="pic"/>
          </p:nvPr>
        </p:nvSpPr>
        <p:spPr>
          <a:xfrm>
            <a:off x="6588900" y="3602950"/>
            <a:ext cx="1306500" cy="4122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ard - dark">
  <p:cSld name="CUSTOM_10_1">
    <p:spTree>
      <p:nvGrpSpPr>
        <p:cNvPr id="282" name="Shape 282"/>
        <p:cNvGrpSpPr/>
        <p:nvPr/>
      </p:nvGrpSpPr>
      <p:grpSpPr>
        <a:xfrm>
          <a:off x="0" y="0"/>
          <a:ext cx="0" cy="0"/>
          <a:chOff x="0" y="0"/>
          <a:chExt cx="0" cy="0"/>
        </a:xfrm>
      </p:grpSpPr>
      <p:pic>
        <p:nvPicPr>
          <p:cNvPr id="283" name="Google Shape;283;p40" title="bg 20.png"/>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284" name="Google Shape;284;p40" title="LangChain_Lockup_LightBlue.png"/>
          <p:cNvPicPr preferRelativeResize="0"/>
          <p:nvPr/>
        </p:nvPicPr>
        <p:blipFill rotWithShape="1">
          <a:blip r:embed="rId3">
            <a:alphaModFix/>
          </a:blip>
          <a:srcRect b="0" l="0" r="0" t="0"/>
          <a:stretch/>
        </p:blipFill>
        <p:spPr>
          <a:xfrm>
            <a:off x="311700" y="834951"/>
            <a:ext cx="2233800" cy="412275"/>
          </a:xfrm>
          <a:prstGeom prst="rect">
            <a:avLst/>
          </a:prstGeom>
          <a:noFill/>
          <a:ln>
            <a:noFill/>
          </a:ln>
        </p:spPr>
      </p:pic>
      <p:sp>
        <p:nvSpPr>
          <p:cNvPr id="285" name="Google Shape;285;p40"/>
          <p:cNvSpPr txBox="1"/>
          <p:nvPr>
            <p:ph type="title"/>
          </p:nvPr>
        </p:nvSpPr>
        <p:spPr>
          <a:xfrm>
            <a:off x="311700" y="1425635"/>
            <a:ext cx="5446500" cy="6105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6" name="Google Shape;286;p40"/>
          <p:cNvSpPr txBox="1"/>
          <p:nvPr>
            <p:ph idx="1" type="subTitle"/>
          </p:nvPr>
        </p:nvSpPr>
        <p:spPr>
          <a:xfrm>
            <a:off x="311700" y="2080225"/>
            <a:ext cx="5446500" cy="412200"/>
          </a:xfrm>
          <a:prstGeom prst="rect">
            <a:avLst/>
          </a:prstGeom>
        </p:spPr>
        <p:txBody>
          <a:bodyPr anchorCtr="0" anchor="t" bIns="91425" lIns="91425" spcFirstLastPara="1" rIns="91425" wrap="square" tIns="91425">
            <a:normAutofit/>
          </a:bodyPr>
          <a:lstStyle>
            <a:lvl1pPr lvl="0">
              <a:spcBef>
                <a:spcPts val="0"/>
              </a:spcBef>
              <a:spcAft>
                <a:spcPts val="0"/>
              </a:spcAft>
              <a:buClr>
                <a:srgbClr val="CCCCCC"/>
              </a:buClr>
              <a:buSzPts val="1800"/>
              <a:buNone/>
              <a:defRPr>
                <a:solidFill>
                  <a:srgbClr val="CCCCCC"/>
                </a:solidFill>
              </a:defRPr>
            </a:lvl1pPr>
            <a:lvl2pPr lvl="1">
              <a:spcBef>
                <a:spcPts val="0"/>
              </a:spcBef>
              <a:spcAft>
                <a:spcPts val="0"/>
              </a:spcAft>
              <a:buClr>
                <a:srgbClr val="CCCCCC"/>
              </a:buClr>
              <a:buSzPts val="1400"/>
              <a:buNone/>
              <a:defRPr>
                <a:solidFill>
                  <a:srgbClr val="CCCCCC"/>
                </a:solidFill>
              </a:defRPr>
            </a:lvl2pPr>
            <a:lvl3pPr lvl="2">
              <a:spcBef>
                <a:spcPts val="0"/>
              </a:spcBef>
              <a:spcAft>
                <a:spcPts val="0"/>
              </a:spcAft>
              <a:buClr>
                <a:srgbClr val="CCCCCC"/>
              </a:buClr>
              <a:buSzPts val="1400"/>
              <a:buNone/>
              <a:defRPr>
                <a:solidFill>
                  <a:srgbClr val="CCCCCC"/>
                </a:solidFill>
              </a:defRPr>
            </a:lvl3pPr>
            <a:lvl4pPr lvl="3">
              <a:spcBef>
                <a:spcPts val="0"/>
              </a:spcBef>
              <a:spcAft>
                <a:spcPts val="0"/>
              </a:spcAft>
              <a:buClr>
                <a:srgbClr val="CCCCCC"/>
              </a:buClr>
              <a:buSzPts val="1400"/>
              <a:buNone/>
              <a:defRPr>
                <a:solidFill>
                  <a:srgbClr val="CCCCCC"/>
                </a:solidFill>
              </a:defRPr>
            </a:lvl4pPr>
            <a:lvl5pPr lvl="4">
              <a:spcBef>
                <a:spcPts val="0"/>
              </a:spcBef>
              <a:spcAft>
                <a:spcPts val="0"/>
              </a:spcAft>
              <a:buClr>
                <a:srgbClr val="CCCCCC"/>
              </a:buClr>
              <a:buSzPts val="1400"/>
              <a:buNone/>
              <a:defRPr>
                <a:solidFill>
                  <a:srgbClr val="CCCCCC"/>
                </a:solidFill>
              </a:defRPr>
            </a:lvl5pPr>
            <a:lvl6pPr lvl="5">
              <a:spcBef>
                <a:spcPts val="0"/>
              </a:spcBef>
              <a:spcAft>
                <a:spcPts val="0"/>
              </a:spcAft>
              <a:buClr>
                <a:srgbClr val="CCCCCC"/>
              </a:buClr>
              <a:buSzPts val="1400"/>
              <a:buNone/>
              <a:defRPr>
                <a:solidFill>
                  <a:srgbClr val="CCCCCC"/>
                </a:solidFill>
              </a:defRPr>
            </a:lvl6pPr>
            <a:lvl7pPr lvl="6">
              <a:spcBef>
                <a:spcPts val="0"/>
              </a:spcBef>
              <a:spcAft>
                <a:spcPts val="0"/>
              </a:spcAft>
              <a:buClr>
                <a:srgbClr val="CCCCCC"/>
              </a:buClr>
              <a:buSzPts val="1400"/>
              <a:buNone/>
              <a:defRPr>
                <a:solidFill>
                  <a:srgbClr val="CCCCCC"/>
                </a:solidFill>
              </a:defRPr>
            </a:lvl7pPr>
            <a:lvl8pPr lvl="7">
              <a:spcBef>
                <a:spcPts val="0"/>
              </a:spcBef>
              <a:spcAft>
                <a:spcPts val="0"/>
              </a:spcAft>
              <a:buClr>
                <a:srgbClr val="CCCCCC"/>
              </a:buClr>
              <a:buSzPts val="1400"/>
              <a:buNone/>
              <a:defRPr>
                <a:solidFill>
                  <a:srgbClr val="CCCCCC"/>
                </a:solidFill>
              </a:defRPr>
            </a:lvl8pPr>
            <a:lvl9pPr lvl="8">
              <a:spcBef>
                <a:spcPts val="0"/>
              </a:spcBef>
              <a:spcAft>
                <a:spcPts val="0"/>
              </a:spcAft>
              <a:buClr>
                <a:srgbClr val="CCCCCC"/>
              </a:buClr>
              <a:buSzPts val="1400"/>
              <a:buNone/>
              <a:defRPr>
                <a:solidFill>
                  <a:srgbClr val="CCCCCC"/>
                </a:solidFill>
              </a:defRPr>
            </a:lvl9pPr>
          </a:lstStyle>
          <a:p/>
        </p:txBody>
      </p:sp>
      <p:sp>
        <p:nvSpPr>
          <p:cNvPr id="287" name="Google Shape;287;p40"/>
          <p:cNvSpPr/>
          <p:nvPr>
            <p:ph idx="2" type="pic"/>
          </p:nvPr>
        </p:nvSpPr>
        <p:spPr>
          <a:xfrm>
            <a:off x="311700" y="2971400"/>
            <a:ext cx="1306500" cy="412200"/>
          </a:xfrm>
          <a:prstGeom prst="rect">
            <a:avLst/>
          </a:prstGeom>
          <a:noFill/>
          <a:ln>
            <a:noFill/>
          </a:ln>
        </p:spPr>
      </p:sp>
      <p:sp>
        <p:nvSpPr>
          <p:cNvPr id="288" name="Google Shape;288;p40"/>
          <p:cNvSpPr/>
          <p:nvPr>
            <p:ph idx="3" type="pic"/>
          </p:nvPr>
        </p:nvSpPr>
        <p:spPr>
          <a:xfrm>
            <a:off x="1881000" y="2971400"/>
            <a:ext cx="1306500" cy="412200"/>
          </a:xfrm>
          <a:prstGeom prst="rect">
            <a:avLst/>
          </a:prstGeom>
          <a:noFill/>
          <a:ln>
            <a:noFill/>
          </a:ln>
        </p:spPr>
      </p:sp>
      <p:sp>
        <p:nvSpPr>
          <p:cNvPr id="289" name="Google Shape;289;p40"/>
          <p:cNvSpPr/>
          <p:nvPr>
            <p:ph idx="4" type="pic"/>
          </p:nvPr>
        </p:nvSpPr>
        <p:spPr>
          <a:xfrm>
            <a:off x="3450300" y="2971400"/>
            <a:ext cx="1306500" cy="412200"/>
          </a:xfrm>
          <a:prstGeom prst="rect">
            <a:avLst/>
          </a:prstGeom>
          <a:noFill/>
          <a:ln>
            <a:noFill/>
          </a:ln>
        </p:spPr>
      </p:sp>
      <p:sp>
        <p:nvSpPr>
          <p:cNvPr id="290" name="Google Shape;290;p40"/>
          <p:cNvSpPr/>
          <p:nvPr>
            <p:ph idx="5" type="pic"/>
          </p:nvPr>
        </p:nvSpPr>
        <p:spPr>
          <a:xfrm>
            <a:off x="5019600" y="2971400"/>
            <a:ext cx="1306500" cy="412200"/>
          </a:xfrm>
          <a:prstGeom prst="rect">
            <a:avLst/>
          </a:prstGeom>
          <a:noFill/>
          <a:ln>
            <a:noFill/>
          </a:ln>
        </p:spPr>
      </p:sp>
      <p:sp>
        <p:nvSpPr>
          <p:cNvPr id="291" name="Google Shape;291;p40"/>
          <p:cNvSpPr/>
          <p:nvPr>
            <p:ph idx="6" type="pic"/>
          </p:nvPr>
        </p:nvSpPr>
        <p:spPr>
          <a:xfrm>
            <a:off x="311700" y="3602950"/>
            <a:ext cx="1306500" cy="412200"/>
          </a:xfrm>
          <a:prstGeom prst="rect">
            <a:avLst/>
          </a:prstGeom>
          <a:noFill/>
          <a:ln>
            <a:noFill/>
          </a:ln>
        </p:spPr>
      </p:sp>
      <p:sp>
        <p:nvSpPr>
          <p:cNvPr id="292" name="Google Shape;292;p40"/>
          <p:cNvSpPr/>
          <p:nvPr>
            <p:ph idx="7" type="pic"/>
          </p:nvPr>
        </p:nvSpPr>
        <p:spPr>
          <a:xfrm>
            <a:off x="1881000" y="3602950"/>
            <a:ext cx="1306500" cy="412200"/>
          </a:xfrm>
          <a:prstGeom prst="rect">
            <a:avLst/>
          </a:prstGeom>
          <a:noFill/>
          <a:ln>
            <a:noFill/>
          </a:ln>
        </p:spPr>
      </p:sp>
      <p:sp>
        <p:nvSpPr>
          <p:cNvPr id="293" name="Google Shape;293;p40"/>
          <p:cNvSpPr/>
          <p:nvPr>
            <p:ph idx="8" type="pic"/>
          </p:nvPr>
        </p:nvSpPr>
        <p:spPr>
          <a:xfrm>
            <a:off x="3450300" y="3602950"/>
            <a:ext cx="1306500" cy="412200"/>
          </a:xfrm>
          <a:prstGeom prst="rect">
            <a:avLst/>
          </a:prstGeom>
          <a:noFill/>
          <a:ln>
            <a:noFill/>
          </a:ln>
        </p:spPr>
      </p:sp>
      <p:sp>
        <p:nvSpPr>
          <p:cNvPr id="294" name="Google Shape;294;p40"/>
          <p:cNvSpPr/>
          <p:nvPr>
            <p:ph idx="9" type="pic"/>
          </p:nvPr>
        </p:nvSpPr>
        <p:spPr>
          <a:xfrm>
            <a:off x="5019600" y="3602950"/>
            <a:ext cx="1306500" cy="412200"/>
          </a:xfrm>
          <a:prstGeom prst="rect">
            <a:avLst/>
          </a:prstGeom>
          <a:noFill/>
          <a:ln>
            <a:noFill/>
          </a:ln>
        </p:spPr>
      </p:sp>
      <p:sp>
        <p:nvSpPr>
          <p:cNvPr id="295" name="Google Shape;295;p40"/>
          <p:cNvSpPr/>
          <p:nvPr>
            <p:ph idx="13" type="pic"/>
          </p:nvPr>
        </p:nvSpPr>
        <p:spPr>
          <a:xfrm>
            <a:off x="311700" y="4234500"/>
            <a:ext cx="1306500" cy="412200"/>
          </a:xfrm>
          <a:prstGeom prst="rect">
            <a:avLst/>
          </a:prstGeom>
          <a:noFill/>
          <a:ln>
            <a:noFill/>
          </a:ln>
        </p:spPr>
      </p:sp>
      <p:sp>
        <p:nvSpPr>
          <p:cNvPr id="296" name="Google Shape;296;p40"/>
          <p:cNvSpPr/>
          <p:nvPr>
            <p:ph idx="14" type="pic"/>
          </p:nvPr>
        </p:nvSpPr>
        <p:spPr>
          <a:xfrm>
            <a:off x="1881000" y="4234500"/>
            <a:ext cx="1306500" cy="412200"/>
          </a:xfrm>
          <a:prstGeom prst="rect">
            <a:avLst/>
          </a:prstGeom>
          <a:noFill/>
          <a:ln>
            <a:noFill/>
          </a:ln>
        </p:spPr>
      </p:sp>
      <p:sp>
        <p:nvSpPr>
          <p:cNvPr id="297" name="Google Shape;297;p40"/>
          <p:cNvSpPr/>
          <p:nvPr>
            <p:ph idx="15" type="pic"/>
          </p:nvPr>
        </p:nvSpPr>
        <p:spPr>
          <a:xfrm>
            <a:off x="3450300" y="4234500"/>
            <a:ext cx="1306500" cy="412200"/>
          </a:xfrm>
          <a:prstGeom prst="rect">
            <a:avLst/>
          </a:prstGeom>
          <a:noFill/>
          <a:ln>
            <a:noFill/>
          </a:ln>
        </p:spPr>
      </p:sp>
      <p:sp>
        <p:nvSpPr>
          <p:cNvPr id="298" name="Google Shape;298;p40"/>
          <p:cNvSpPr/>
          <p:nvPr>
            <p:ph idx="16" type="pic"/>
          </p:nvPr>
        </p:nvSpPr>
        <p:spPr>
          <a:xfrm>
            <a:off x="5019600" y="4234500"/>
            <a:ext cx="1306500" cy="412200"/>
          </a:xfrm>
          <a:prstGeom prst="rect">
            <a:avLst/>
          </a:prstGeom>
          <a:noFill/>
          <a:ln>
            <a:noFill/>
          </a:ln>
        </p:spPr>
      </p:sp>
      <p:sp>
        <p:nvSpPr>
          <p:cNvPr id="299" name="Google Shape;299;p40"/>
          <p:cNvSpPr/>
          <p:nvPr>
            <p:ph idx="17" type="pic"/>
          </p:nvPr>
        </p:nvSpPr>
        <p:spPr>
          <a:xfrm>
            <a:off x="6588900" y="4234500"/>
            <a:ext cx="1306500" cy="412200"/>
          </a:xfrm>
          <a:prstGeom prst="rect">
            <a:avLst/>
          </a:prstGeom>
          <a:noFill/>
          <a:ln>
            <a:noFill/>
          </a:ln>
        </p:spPr>
      </p:sp>
      <p:sp>
        <p:nvSpPr>
          <p:cNvPr id="300" name="Google Shape;300;p40"/>
          <p:cNvSpPr/>
          <p:nvPr>
            <p:ph idx="18" type="pic"/>
          </p:nvPr>
        </p:nvSpPr>
        <p:spPr>
          <a:xfrm>
            <a:off x="6588900" y="3602950"/>
            <a:ext cx="1306500" cy="4122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 light " type="blank">
  <p:cSld name="BLANK">
    <p:bg>
      <p:bgPr>
        <a:solidFill>
          <a:srgbClr val="F2FAFF"/>
        </a:solidFill>
      </p:bgPr>
    </p:bg>
    <p:spTree>
      <p:nvGrpSpPr>
        <p:cNvPr id="301" name="Shape 301"/>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 dark">
  <p:cSld name="BLANK_1">
    <p:bg>
      <p:bgPr>
        <a:solidFill>
          <a:srgbClr val="030710"/>
        </a:solidFill>
      </p:bgPr>
    </p:bg>
    <p:spTree>
      <p:nvGrpSpPr>
        <p:cNvPr id="302" name="Shape 302"/>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 Dark 1">
  <p:cSld name="TITLE_1">
    <p:spTree>
      <p:nvGrpSpPr>
        <p:cNvPr id="303" name="Shape 303"/>
        <p:cNvGrpSpPr/>
        <p:nvPr/>
      </p:nvGrpSpPr>
      <p:grpSpPr>
        <a:xfrm>
          <a:off x="0" y="0"/>
          <a:ext cx="0" cy="0"/>
          <a:chOff x="0" y="0"/>
          <a:chExt cx="0" cy="0"/>
        </a:xfrm>
      </p:grpSpPr>
      <p:pic>
        <p:nvPicPr>
          <p:cNvPr id="304" name="Google Shape;304;p43" title="bg 3.png"/>
          <p:cNvPicPr preferRelativeResize="0"/>
          <p:nvPr/>
        </p:nvPicPr>
        <p:blipFill>
          <a:blip r:embed="rId2">
            <a:alphaModFix/>
          </a:blip>
          <a:stretch>
            <a:fillRect/>
          </a:stretch>
        </p:blipFill>
        <p:spPr>
          <a:xfrm>
            <a:off x="0" y="-2"/>
            <a:ext cx="9144000" cy="5143503"/>
          </a:xfrm>
          <a:prstGeom prst="rect">
            <a:avLst/>
          </a:prstGeom>
          <a:noFill/>
          <a:ln>
            <a:noFill/>
          </a:ln>
        </p:spPr>
      </p:pic>
      <p:sp>
        <p:nvSpPr>
          <p:cNvPr id="305" name="Google Shape;305;p43"/>
          <p:cNvSpPr txBox="1"/>
          <p:nvPr>
            <p:ph type="ctrTitle"/>
          </p:nvPr>
        </p:nvSpPr>
        <p:spPr>
          <a:xfrm>
            <a:off x="3647803" y="2173300"/>
            <a:ext cx="5102700" cy="2052600"/>
          </a:xfrm>
          <a:prstGeom prst="rect">
            <a:avLst/>
          </a:prstGeom>
        </p:spPr>
        <p:txBody>
          <a:bodyPr anchorCtr="0" anchor="t" bIns="91425" lIns="91425" spcFirstLastPara="1" rIns="91425" wrap="square" tIns="91425">
            <a:noAutofit/>
          </a:bodyPr>
          <a:lstStyle>
            <a:lvl1pPr lvl="0">
              <a:spcBef>
                <a:spcPts val="0"/>
              </a:spcBef>
              <a:spcAft>
                <a:spcPts val="0"/>
              </a:spcAft>
              <a:buClr>
                <a:srgbClr val="F2FAFF"/>
              </a:buClr>
              <a:buSzPts val="3600"/>
              <a:buFont typeface="Inter Tight"/>
              <a:buNone/>
              <a:defRPr sz="3600">
                <a:solidFill>
                  <a:srgbClr val="F2FAFF"/>
                </a:solidFill>
                <a:latin typeface="Inter Tight"/>
                <a:ea typeface="Inter Tight"/>
                <a:cs typeface="Inter Tight"/>
                <a:sym typeface="Inter Tigh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306" name="Google Shape;306;p43" title="LangChain_Lockup_LightBlue.png"/>
          <p:cNvPicPr preferRelativeResize="0"/>
          <p:nvPr/>
        </p:nvPicPr>
        <p:blipFill>
          <a:blip r:embed="rId3">
            <a:alphaModFix/>
          </a:blip>
          <a:stretch>
            <a:fillRect/>
          </a:stretch>
        </p:blipFill>
        <p:spPr>
          <a:xfrm>
            <a:off x="3750079" y="1831502"/>
            <a:ext cx="1455027" cy="26852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_1" showMasterSp="0">
  <p:cSld name="TITLE_AND_BODY_2_1">
    <p:bg>
      <p:bgPr>
        <a:gradFill>
          <a:gsLst>
            <a:gs pos="0">
              <a:srgbClr val="FFFFFF"/>
            </a:gs>
            <a:gs pos="38000">
              <a:srgbClr val="FFFFFF"/>
            </a:gs>
            <a:gs pos="83000">
              <a:srgbClr val="89CCFE"/>
            </a:gs>
            <a:gs pos="100000">
              <a:srgbClr val="868CFE"/>
            </a:gs>
          </a:gsLst>
          <a:lin ang="16198662" scaled="0"/>
        </a:gradFill>
      </p:bgPr>
    </p:bg>
    <p:spTree>
      <p:nvGrpSpPr>
        <p:cNvPr id="307" name="Shape 307"/>
        <p:cNvGrpSpPr/>
        <p:nvPr/>
      </p:nvGrpSpPr>
      <p:grpSpPr>
        <a:xfrm>
          <a:off x="0" y="0"/>
          <a:ext cx="0" cy="0"/>
          <a:chOff x="0" y="0"/>
          <a:chExt cx="0" cy="0"/>
        </a:xfrm>
      </p:grpSpPr>
      <p:cxnSp>
        <p:nvCxnSpPr>
          <p:cNvPr id="308" name="Google Shape;308;p44"/>
          <p:cNvCxnSpPr/>
          <p:nvPr/>
        </p:nvCxnSpPr>
        <p:spPr>
          <a:xfrm>
            <a:off x="-14868" y="4744446"/>
            <a:ext cx="9144000" cy="0"/>
          </a:xfrm>
          <a:prstGeom prst="straightConnector1">
            <a:avLst/>
          </a:prstGeom>
          <a:noFill/>
          <a:ln cap="flat" cmpd="sng" w="12700">
            <a:solidFill>
              <a:srgbClr val="151810"/>
            </a:solidFill>
            <a:prstDash val="solid"/>
            <a:round/>
            <a:headEnd len="sm" w="sm" type="none"/>
            <a:tailEnd len="sm" w="sm" type="none"/>
          </a:ln>
        </p:spPr>
      </p:cxnSp>
      <p:cxnSp>
        <p:nvCxnSpPr>
          <p:cNvPr id="309" name="Google Shape;309;p44"/>
          <p:cNvCxnSpPr/>
          <p:nvPr/>
        </p:nvCxnSpPr>
        <p:spPr>
          <a:xfrm rot="10800000">
            <a:off x="7097492" y="4744361"/>
            <a:ext cx="0" cy="408300"/>
          </a:xfrm>
          <a:prstGeom prst="straightConnector1">
            <a:avLst/>
          </a:prstGeom>
          <a:noFill/>
          <a:ln cap="flat" cmpd="sng" w="12700">
            <a:solidFill>
              <a:srgbClr val="20271C"/>
            </a:solidFill>
            <a:prstDash val="solid"/>
            <a:round/>
            <a:headEnd len="sm" w="sm" type="none"/>
            <a:tailEnd len="sm" w="sm" type="none"/>
          </a:ln>
        </p:spPr>
      </p:cxnSp>
      <p:cxnSp>
        <p:nvCxnSpPr>
          <p:cNvPr id="310" name="Google Shape;310;p44"/>
          <p:cNvCxnSpPr/>
          <p:nvPr/>
        </p:nvCxnSpPr>
        <p:spPr>
          <a:xfrm rot="10800000">
            <a:off x="542944" y="4744361"/>
            <a:ext cx="0" cy="408300"/>
          </a:xfrm>
          <a:prstGeom prst="straightConnector1">
            <a:avLst/>
          </a:prstGeom>
          <a:noFill/>
          <a:ln cap="flat" cmpd="sng" w="12700">
            <a:solidFill>
              <a:srgbClr val="20271C"/>
            </a:solidFill>
            <a:prstDash val="solid"/>
            <a:round/>
            <a:headEnd len="sm" w="sm" type="none"/>
            <a:tailEnd len="sm" w="sm" type="none"/>
          </a:ln>
        </p:spPr>
      </p:cxnSp>
      <p:sp>
        <p:nvSpPr>
          <p:cNvPr id="311" name="Google Shape;311;p44"/>
          <p:cNvSpPr/>
          <p:nvPr/>
        </p:nvSpPr>
        <p:spPr>
          <a:xfrm>
            <a:off x="7060568"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sp>
        <p:nvSpPr>
          <p:cNvPr id="312" name="Google Shape;312;p44"/>
          <p:cNvSpPr/>
          <p:nvPr/>
        </p:nvSpPr>
        <p:spPr>
          <a:xfrm>
            <a:off x="506019"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pic>
        <p:nvPicPr>
          <p:cNvPr descr="Google Shape;27;p12" id="313" name="Google Shape;313;p44"/>
          <p:cNvPicPr preferRelativeResize="0"/>
          <p:nvPr/>
        </p:nvPicPr>
        <p:blipFill rotWithShape="1">
          <a:blip r:embed="rId2">
            <a:alphaModFix/>
          </a:blip>
          <a:srcRect b="0" l="0" r="0" t="0"/>
          <a:stretch/>
        </p:blipFill>
        <p:spPr>
          <a:xfrm>
            <a:off x="228642" y="4821551"/>
            <a:ext cx="237584" cy="238626"/>
          </a:xfrm>
          <a:prstGeom prst="rect">
            <a:avLst/>
          </a:prstGeom>
          <a:noFill/>
          <a:ln>
            <a:noFill/>
          </a:ln>
        </p:spPr>
      </p:pic>
      <p:pic>
        <p:nvPicPr>
          <p:cNvPr descr="Google Shape;28;p12" id="314" name="Google Shape;314;p44"/>
          <p:cNvPicPr preferRelativeResize="0"/>
          <p:nvPr/>
        </p:nvPicPr>
        <p:blipFill rotWithShape="1">
          <a:blip r:embed="rId3">
            <a:alphaModFix/>
          </a:blip>
          <a:srcRect b="0" l="0" r="0" t="0"/>
          <a:stretch/>
        </p:blipFill>
        <p:spPr>
          <a:xfrm>
            <a:off x="7209618" y="4850581"/>
            <a:ext cx="1666535" cy="201386"/>
          </a:xfrm>
          <a:prstGeom prst="rect">
            <a:avLst/>
          </a:prstGeom>
          <a:noFill/>
          <a:ln>
            <a:noFill/>
          </a:ln>
        </p:spPr>
      </p:pic>
      <p:sp>
        <p:nvSpPr>
          <p:cNvPr id="315" name="Google Shape;315;p44"/>
          <p:cNvSpPr txBox="1"/>
          <p:nvPr>
            <p:ph type="title"/>
          </p:nvPr>
        </p:nvSpPr>
        <p:spPr>
          <a:xfrm>
            <a:off x="362300" y="342549"/>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nter"/>
              <a:buNone/>
              <a:defRPr sz="2300">
                <a:latin typeface="Inter"/>
                <a:ea typeface="Inter"/>
                <a:cs typeface="Inter"/>
                <a:sym typeface="Inter"/>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16" name="Google Shape;316;p44"/>
          <p:cNvSpPr txBox="1"/>
          <p:nvPr>
            <p:ph idx="1" type="body"/>
          </p:nvPr>
        </p:nvSpPr>
        <p:spPr>
          <a:xfrm>
            <a:off x="305263" y="914406"/>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atin typeface="Inter"/>
                <a:ea typeface="Inter"/>
                <a:cs typeface="Inter"/>
                <a:sym typeface="Inter"/>
              </a:defRPr>
            </a:lvl2pPr>
            <a:lvl3pPr indent="-304800" lvl="2" marL="1371600" algn="l">
              <a:lnSpc>
                <a:spcPct val="150000"/>
              </a:lnSpc>
              <a:spcBef>
                <a:spcPts val="0"/>
              </a:spcBef>
              <a:spcAft>
                <a:spcPts val="0"/>
              </a:spcAft>
              <a:buSzPts val="1200"/>
              <a:buChar char="■"/>
              <a:defRPr>
                <a:latin typeface="Inter"/>
                <a:ea typeface="Inter"/>
                <a:cs typeface="Inter"/>
                <a:sym typeface="Inter"/>
              </a:defRPr>
            </a:lvl3pPr>
            <a:lvl4pPr indent="-304800" lvl="3" marL="1828800" algn="l">
              <a:lnSpc>
                <a:spcPct val="150000"/>
              </a:lnSpc>
              <a:spcBef>
                <a:spcPts val="0"/>
              </a:spcBef>
              <a:spcAft>
                <a:spcPts val="0"/>
              </a:spcAft>
              <a:buSzPts val="1200"/>
              <a:buChar char="●"/>
              <a:defRPr>
                <a:latin typeface="Inter"/>
                <a:ea typeface="Inter"/>
                <a:cs typeface="Inter"/>
                <a:sym typeface="Inter"/>
              </a:defRPr>
            </a:lvl4pPr>
            <a:lvl5pPr indent="-304800" lvl="4" marL="2286000" algn="l">
              <a:lnSpc>
                <a:spcPct val="150000"/>
              </a:lnSpc>
              <a:spcBef>
                <a:spcPts val="0"/>
              </a:spcBef>
              <a:spcAft>
                <a:spcPts val="0"/>
              </a:spcAft>
              <a:buSzPts val="1200"/>
              <a:buChar char="○"/>
              <a:defRPr>
                <a:latin typeface="Inter"/>
                <a:ea typeface="Inter"/>
                <a:cs typeface="Inter"/>
                <a:sym typeface="Inte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
        <p:nvSpPr>
          <p:cNvPr id="317" name="Google Shape;317;p44"/>
          <p:cNvSpPr txBox="1"/>
          <p:nvPr>
            <p:ph idx="12" type="sldNum"/>
          </p:nvPr>
        </p:nvSpPr>
        <p:spPr>
          <a:xfrm>
            <a:off x="4419600" y="4627562"/>
            <a:ext cx="2133600" cy="276900"/>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p:cSld name="TITLE_AND_BODY_2_1_1">
    <p:bg>
      <p:bgPr>
        <a:gradFill>
          <a:gsLst>
            <a:gs pos="0">
              <a:schemeClr val="dk1"/>
            </a:gs>
            <a:gs pos="29000">
              <a:schemeClr val="dk1"/>
            </a:gs>
            <a:gs pos="71000">
              <a:srgbClr val="89CCFE"/>
            </a:gs>
            <a:gs pos="100000">
              <a:srgbClr val="868CFE"/>
            </a:gs>
          </a:gsLst>
          <a:lin ang="5400700" scaled="0"/>
        </a:gradFill>
      </p:bgPr>
    </p:bg>
    <p:spTree>
      <p:nvGrpSpPr>
        <p:cNvPr id="318" name="Shape 318"/>
        <p:cNvGrpSpPr/>
        <p:nvPr/>
      </p:nvGrpSpPr>
      <p:grpSpPr>
        <a:xfrm>
          <a:off x="0" y="0"/>
          <a:ext cx="0" cy="0"/>
          <a:chOff x="0" y="0"/>
          <a:chExt cx="0" cy="0"/>
        </a:xfrm>
      </p:grpSpPr>
      <p:pic>
        <p:nvPicPr>
          <p:cNvPr id="319" name="Google Shape;319;p45"/>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320" name="Google Shape;320;p45"/>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21" name="Google Shape;321;p45"/>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322" name="Google Shape;322;p45"/>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323" name="Google Shape;323;p45"/>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324" name="Google Shape;324;p4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5" name="Google Shape;325;p45"/>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26" name="Google Shape;326;p45"/>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327" name="Google Shape;327;p45"/>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28" name="Google Shape;328;p45"/>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329" name="Google Shape;329;p45"/>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blue">
  <p:cSld name="CUSTOM_4_1_1">
    <p:bg>
      <p:bgPr>
        <a:gradFill>
          <a:gsLst>
            <a:gs pos="0">
              <a:schemeClr val="dk1"/>
            </a:gs>
            <a:gs pos="38000">
              <a:schemeClr val="dk1"/>
            </a:gs>
            <a:gs pos="83000">
              <a:srgbClr val="89CCFE"/>
            </a:gs>
            <a:gs pos="100000">
              <a:srgbClr val="868CFE"/>
            </a:gs>
          </a:gsLst>
          <a:lin ang="16198662" scaled="0"/>
        </a:gradFill>
      </p:bgPr>
    </p:bg>
    <p:spTree>
      <p:nvGrpSpPr>
        <p:cNvPr id="330" name="Shape 330"/>
        <p:cNvGrpSpPr/>
        <p:nvPr/>
      </p:nvGrpSpPr>
      <p:grpSpPr>
        <a:xfrm>
          <a:off x="0" y="0"/>
          <a:ext cx="0" cy="0"/>
          <a:chOff x="0" y="0"/>
          <a:chExt cx="0" cy="0"/>
        </a:xfrm>
      </p:grpSpPr>
      <p:sp>
        <p:nvSpPr>
          <p:cNvPr id="331" name="Google Shape;331;p46"/>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332" name="Google Shape;332;p46"/>
          <p:cNvPicPr preferRelativeResize="0"/>
          <p:nvPr/>
        </p:nvPicPr>
        <p:blipFill rotWithShape="1">
          <a:blip r:embed="rId2">
            <a:alphaModFix/>
          </a:blip>
          <a:srcRect b="0" l="0" r="0" t="0"/>
          <a:stretch/>
        </p:blipFill>
        <p:spPr>
          <a:xfrm rot="10800000">
            <a:off x="146950" y="1547950"/>
            <a:ext cx="866800" cy="3448600"/>
          </a:xfrm>
          <a:prstGeom prst="rect">
            <a:avLst/>
          </a:prstGeom>
          <a:noFill/>
          <a:ln>
            <a:noFill/>
          </a:ln>
        </p:spPr>
      </p:pic>
      <p:sp>
        <p:nvSpPr>
          <p:cNvPr id="333" name="Google Shape;333;p46"/>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34" name="Google Shape;334;p46"/>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335" name="Google Shape;335;p46"/>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336" name="Google Shape;336;p46"/>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337" name="Google Shape;337;p46"/>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338" name="Google Shape;338;p4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9" name="Google Shape;339;p46"/>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40" name="Google Shape;340;p46"/>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341" name="Google Shape;341;p46"/>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2" name="Google Shape;342;p46"/>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blue">
  <p:cSld name="CUSTOM_2_3">
    <p:bg>
      <p:bgPr>
        <a:gradFill>
          <a:gsLst>
            <a:gs pos="0">
              <a:schemeClr val="dk1"/>
            </a:gs>
            <a:gs pos="38000">
              <a:schemeClr val="dk1"/>
            </a:gs>
            <a:gs pos="83000">
              <a:srgbClr val="89CCFE"/>
            </a:gs>
            <a:gs pos="100000">
              <a:srgbClr val="868CFE"/>
            </a:gs>
          </a:gsLst>
          <a:lin ang="0" scaled="0"/>
        </a:gradFill>
      </p:bgPr>
    </p:bg>
    <p:spTree>
      <p:nvGrpSpPr>
        <p:cNvPr id="343" name="Shape 343"/>
        <p:cNvGrpSpPr/>
        <p:nvPr/>
      </p:nvGrpSpPr>
      <p:grpSpPr>
        <a:xfrm>
          <a:off x="0" y="0"/>
          <a:ext cx="0" cy="0"/>
          <a:chOff x="0" y="0"/>
          <a:chExt cx="0" cy="0"/>
        </a:xfrm>
      </p:grpSpPr>
      <p:sp>
        <p:nvSpPr>
          <p:cNvPr id="344" name="Google Shape;344;p47"/>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345" name="Google Shape;345;p47"/>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346" name="Google Shape;346;p47"/>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47" name="Google Shape;347;p47"/>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348" name="Google Shape;348;p47"/>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349" name="Google Shape;349;p47"/>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350" name="Google Shape;350;p47"/>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351" name="Google Shape;351;p4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2" name="Google Shape;352;p47"/>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3" name="Google Shape;353;p47"/>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54" name="Google Shape;354;p47"/>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355" name="Google Shape;355;p47"/>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blue">
  <p:cSld name="CUSTOM_11">
    <p:bg>
      <p:bgPr>
        <a:gradFill>
          <a:gsLst>
            <a:gs pos="0">
              <a:schemeClr val="dk1"/>
            </a:gs>
            <a:gs pos="38000">
              <a:schemeClr val="dk1"/>
            </a:gs>
            <a:gs pos="83000">
              <a:srgbClr val="89CCFE"/>
            </a:gs>
            <a:gs pos="100000">
              <a:srgbClr val="868CFE"/>
            </a:gs>
          </a:gsLst>
          <a:lin ang="0" scaled="0"/>
        </a:gradFill>
      </p:bgPr>
    </p:bg>
    <p:spTree>
      <p:nvGrpSpPr>
        <p:cNvPr id="356" name="Shape 356"/>
        <p:cNvGrpSpPr/>
        <p:nvPr/>
      </p:nvGrpSpPr>
      <p:grpSpPr>
        <a:xfrm>
          <a:off x="0" y="0"/>
          <a:ext cx="0" cy="0"/>
          <a:chOff x="0" y="0"/>
          <a:chExt cx="0" cy="0"/>
        </a:xfrm>
      </p:grpSpPr>
      <p:pic>
        <p:nvPicPr>
          <p:cNvPr id="357" name="Google Shape;357;p48"/>
          <p:cNvPicPr preferRelativeResize="0"/>
          <p:nvPr/>
        </p:nvPicPr>
        <p:blipFill rotWithShape="1">
          <a:blip r:embed="rId2">
            <a:alphaModFix/>
          </a:blip>
          <a:srcRect b="0" l="0" r="0" t="0"/>
          <a:stretch/>
        </p:blipFill>
        <p:spPr>
          <a:xfrm rot="-5400000">
            <a:off x="3966427" y="-3688844"/>
            <a:ext cx="1211145" cy="8866415"/>
          </a:xfrm>
          <a:prstGeom prst="rect">
            <a:avLst/>
          </a:prstGeom>
          <a:noFill/>
          <a:ln>
            <a:noFill/>
          </a:ln>
        </p:spPr>
      </p:pic>
      <p:sp>
        <p:nvSpPr>
          <p:cNvPr id="358" name="Google Shape;358;p48"/>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59" name="Google Shape;359;p48"/>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360" name="Google Shape;360;p48"/>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361" name="Google Shape;361;p48"/>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362" name="Google Shape;362;p48"/>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363" name="Google Shape;363;p4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4" name="Google Shape;364;p48"/>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65" name="Google Shape;365;p48"/>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366" name="Google Shape;366;p48"/>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67" name="Google Shape;367;p48"/>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368" name="Google Shape;368;p48"/>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blue">
  <p:cSld name="CUSTOM_2_4">
    <p:bg>
      <p:bgPr>
        <a:gradFill>
          <a:gsLst>
            <a:gs pos="0">
              <a:schemeClr val="dk1"/>
            </a:gs>
            <a:gs pos="38000">
              <a:schemeClr val="dk1"/>
            </a:gs>
            <a:gs pos="83000">
              <a:srgbClr val="89CCFE"/>
            </a:gs>
            <a:gs pos="100000">
              <a:srgbClr val="868CFE"/>
            </a:gs>
          </a:gsLst>
          <a:lin ang="0" scaled="0"/>
        </a:gradFill>
      </p:bgPr>
    </p:bg>
    <p:spTree>
      <p:nvGrpSpPr>
        <p:cNvPr id="369" name="Shape 369"/>
        <p:cNvGrpSpPr/>
        <p:nvPr/>
      </p:nvGrpSpPr>
      <p:grpSpPr>
        <a:xfrm>
          <a:off x="0" y="0"/>
          <a:ext cx="0" cy="0"/>
          <a:chOff x="0" y="0"/>
          <a:chExt cx="0" cy="0"/>
        </a:xfrm>
      </p:grpSpPr>
      <p:sp>
        <p:nvSpPr>
          <p:cNvPr id="370" name="Google Shape;370;p49"/>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371" name="Google Shape;371;p49"/>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372" name="Google Shape;372;p49"/>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73" name="Google Shape;373;p49"/>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374" name="Google Shape;374;p49"/>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375" name="Google Shape;375;p49"/>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376" name="Google Shape;376;p49"/>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377" name="Google Shape;377;p4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8" name="Google Shape;378;p49"/>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9" name="Google Shape;379;p49"/>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0" name="Google Shape;380;p49"/>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381" name="Google Shape;381;p49"/>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382" name="Google Shape;382;p49"/>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blue">
  <p:cSld name="TITLE_AND_BODY_2_1_1_1">
    <p:bg>
      <p:bgPr>
        <a:gradFill>
          <a:gsLst>
            <a:gs pos="0">
              <a:schemeClr val="dk1"/>
            </a:gs>
            <a:gs pos="29000">
              <a:schemeClr val="dk1"/>
            </a:gs>
            <a:gs pos="71000">
              <a:srgbClr val="89CCFE"/>
            </a:gs>
            <a:gs pos="100000">
              <a:srgbClr val="868CFE"/>
            </a:gs>
          </a:gsLst>
          <a:lin ang="5400700" scaled="0"/>
        </a:gradFill>
      </p:bgPr>
    </p:bg>
    <p:spTree>
      <p:nvGrpSpPr>
        <p:cNvPr id="383" name="Shape 383"/>
        <p:cNvGrpSpPr/>
        <p:nvPr/>
      </p:nvGrpSpPr>
      <p:grpSpPr>
        <a:xfrm>
          <a:off x="0" y="0"/>
          <a:ext cx="0" cy="0"/>
          <a:chOff x="0" y="0"/>
          <a:chExt cx="0" cy="0"/>
        </a:xfrm>
      </p:grpSpPr>
      <p:pic>
        <p:nvPicPr>
          <p:cNvPr id="384" name="Google Shape;384;p50"/>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385" name="Google Shape;385;p50"/>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86" name="Google Shape;386;p50"/>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387" name="Google Shape;387;p50"/>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388" name="Google Shape;388;p50"/>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389" name="Google Shape;389;p5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0" name="Google Shape;390;p50"/>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91" name="Google Shape;391;p50"/>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392" name="Google Shape;392;p50"/>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393" name="Google Shape;393;p50"/>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394" name="Google Shape;394;p50"/>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395" name="Google Shape;395;p50"/>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1">
  <p:cSld name="title_logo_blue">
    <p:bg>
      <p:bgPr>
        <a:gradFill>
          <a:gsLst>
            <a:gs pos="0">
              <a:schemeClr val="dk1"/>
            </a:gs>
            <a:gs pos="29000">
              <a:schemeClr val="dk1"/>
            </a:gs>
            <a:gs pos="71000">
              <a:srgbClr val="89CCFE"/>
            </a:gs>
            <a:gs pos="100000">
              <a:srgbClr val="868CFE"/>
            </a:gs>
          </a:gsLst>
          <a:lin ang="5400700" scaled="0"/>
        </a:gradFill>
      </p:bgPr>
    </p:bg>
    <p:spTree>
      <p:nvGrpSpPr>
        <p:cNvPr id="396" name="Shape 396"/>
        <p:cNvGrpSpPr/>
        <p:nvPr/>
      </p:nvGrpSpPr>
      <p:grpSpPr>
        <a:xfrm>
          <a:off x="0" y="0"/>
          <a:ext cx="0" cy="0"/>
          <a:chOff x="0" y="0"/>
          <a:chExt cx="0" cy="0"/>
        </a:xfrm>
      </p:grpSpPr>
      <p:pic>
        <p:nvPicPr>
          <p:cNvPr id="397" name="Google Shape;397;p51"/>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398" name="Google Shape;398;p51"/>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99" name="Google Shape;399;p51"/>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00" name="Google Shape;400;p51"/>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401" name="Google Shape;401;p51"/>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02" name="Google Shape;402;p5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3" name="Google Shape;403;p51"/>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04" name="Google Shape;404;p5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405" name="Google Shape;405;p51"/>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06" name="Google Shape;406;p51"/>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407" name="Google Shape;407;p51"/>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p:cSld name="CUSTOM_1">
    <p:bg>
      <p:bgPr>
        <a:gradFill>
          <a:gsLst>
            <a:gs pos="0">
              <a:schemeClr val="dk1"/>
            </a:gs>
            <a:gs pos="22000">
              <a:schemeClr val="dk1"/>
            </a:gs>
            <a:gs pos="68000">
              <a:srgbClr val="89CCFE"/>
            </a:gs>
            <a:gs pos="100000">
              <a:srgbClr val="868CFE"/>
            </a:gs>
          </a:gsLst>
          <a:lin ang="16198662" scaled="0"/>
        </a:gradFill>
      </p:bgPr>
    </p:bg>
    <p:spTree>
      <p:nvGrpSpPr>
        <p:cNvPr id="411" name="Shape 411"/>
        <p:cNvGrpSpPr/>
        <p:nvPr/>
      </p:nvGrpSpPr>
      <p:grpSpPr>
        <a:xfrm>
          <a:off x="0" y="0"/>
          <a:ext cx="0" cy="0"/>
          <a:chOff x="0" y="0"/>
          <a:chExt cx="0" cy="0"/>
        </a:xfrm>
      </p:grpSpPr>
      <p:pic>
        <p:nvPicPr>
          <p:cNvPr id="412" name="Google Shape;412;p53"/>
          <p:cNvPicPr preferRelativeResize="0"/>
          <p:nvPr/>
        </p:nvPicPr>
        <p:blipFill rotWithShape="1">
          <a:blip r:embed="rId2">
            <a:alphaModFix/>
          </a:blip>
          <a:srcRect b="0" l="0" r="0" t="0"/>
          <a:stretch/>
        </p:blipFill>
        <p:spPr>
          <a:xfrm>
            <a:off x="0" y="0"/>
            <a:ext cx="9144003" cy="514350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p:cSld name="title_logo_blue">
    <p:bg>
      <p:bgPr>
        <a:gradFill>
          <a:gsLst>
            <a:gs pos="0">
              <a:schemeClr val="dk1"/>
            </a:gs>
            <a:gs pos="29000">
              <a:schemeClr val="dk1"/>
            </a:gs>
            <a:gs pos="71000">
              <a:srgbClr val="89CCFE"/>
            </a:gs>
            <a:gs pos="100000">
              <a:srgbClr val="868CFE"/>
            </a:gs>
          </a:gsLst>
          <a:lin ang="5400700" scaled="0"/>
        </a:gradFill>
      </p:bgPr>
    </p:bg>
    <p:spTree>
      <p:nvGrpSpPr>
        <p:cNvPr id="413" name="Shape 413"/>
        <p:cNvGrpSpPr/>
        <p:nvPr/>
      </p:nvGrpSpPr>
      <p:grpSpPr>
        <a:xfrm>
          <a:off x="0" y="0"/>
          <a:ext cx="0" cy="0"/>
          <a:chOff x="0" y="0"/>
          <a:chExt cx="0" cy="0"/>
        </a:xfrm>
      </p:grpSpPr>
      <p:pic>
        <p:nvPicPr>
          <p:cNvPr id="414" name="Google Shape;414;p54"/>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415" name="Google Shape;415;p54"/>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16" name="Google Shape;416;p54"/>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17" name="Google Shape;417;p54"/>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418" name="Google Shape;418;p54"/>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19" name="Google Shape;419;p5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0" name="Google Shape;420;p54"/>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21" name="Google Shape;421;p54"/>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422" name="Google Shape;422;p54"/>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3" name="Google Shape;423;p54"/>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424" name="Google Shape;424;p54"/>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blue">
  <p:cSld name="CUSTOM_4_1">
    <p:bg>
      <p:bgPr>
        <a:gradFill>
          <a:gsLst>
            <a:gs pos="0">
              <a:schemeClr val="dk1"/>
            </a:gs>
            <a:gs pos="38000">
              <a:schemeClr val="dk1"/>
            </a:gs>
            <a:gs pos="83000">
              <a:srgbClr val="89CCFE"/>
            </a:gs>
            <a:gs pos="100000">
              <a:srgbClr val="868CFE"/>
            </a:gs>
          </a:gsLst>
          <a:lin ang="16198662" scaled="0"/>
        </a:gradFill>
      </p:bgPr>
    </p:bg>
    <p:spTree>
      <p:nvGrpSpPr>
        <p:cNvPr id="425" name="Shape 425"/>
        <p:cNvGrpSpPr/>
        <p:nvPr/>
      </p:nvGrpSpPr>
      <p:grpSpPr>
        <a:xfrm>
          <a:off x="0" y="0"/>
          <a:ext cx="0" cy="0"/>
          <a:chOff x="0" y="0"/>
          <a:chExt cx="0" cy="0"/>
        </a:xfrm>
      </p:grpSpPr>
      <p:sp>
        <p:nvSpPr>
          <p:cNvPr id="426" name="Google Shape;426;p55"/>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427" name="Google Shape;427;p55"/>
          <p:cNvPicPr preferRelativeResize="0"/>
          <p:nvPr/>
        </p:nvPicPr>
        <p:blipFill rotWithShape="1">
          <a:blip r:embed="rId2">
            <a:alphaModFix/>
          </a:blip>
          <a:srcRect b="0" l="0" r="0" t="0"/>
          <a:stretch/>
        </p:blipFill>
        <p:spPr>
          <a:xfrm rot="10800000">
            <a:off x="146950" y="1547950"/>
            <a:ext cx="866800" cy="3448600"/>
          </a:xfrm>
          <a:prstGeom prst="rect">
            <a:avLst/>
          </a:prstGeom>
          <a:noFill/>
          <a:ln>
            <a:noFill/>
          </a:ln>
        </p:spPr>
      </p:pic>
      <p:sp>
        <p:nvSpPr>
          <p:cNvPr id="428" name="Google Shape;428;p55"/>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29" name="Google Shape;429;p55"/>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430" name="Google Shape;430;p55"/>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31" name="Google Shape;431;p55"/>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432" name="Google Shape;432;p55"/>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433" name="Google Shape;433;p5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4" name="Google Shape;434;p55"/>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35" name="Google Shape;435;p55"/>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436" name="Google Shape;436;p55"/>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7" name="Google Shape;437;p55"/>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_blue">
  <p:cSld name="2_plain_blue">
    <p:bg>
      <p:bgPr>
        <a:gradFill>
          <a:gsLst>
            <a:gs pos="0">
              <a:schemeClr val="dk1"/>
            </a:gs>
            <a:gs pos="83000">
              <a:schemeClr val="dk1"/>
            </a:gs>
            <a:gs pos="96000">
              <a:srgbClr val="89CCFE"/>
            </a:gs>
            <a:gs pos="100000">
              <a:srgbClr val="868CFE"/>
            </a:gs>
          </a:gsLst>
          <a:lin ang="16198662" scaled="0"/>
        </a:gradFill>
      </p:bgPr>
    </p:bg>
    <p:spTree>
      <p:nvGrpSpPr>
        <p:cNvPr id="438" name="Shape 438"/>
        <p:cNvGrpSpPr/>
        <p:nvPr/>
      </p:nvGrpSpPr>
      <p:grpSpPr>
        <a:xfrm>
          <a:off x="0" y="0"/>
          <a:ext cx="0" cy="0"/>
          <a:chOff x="0" y="0"/>
          <a:chExt cx="0" cy="0"/>
        </a:xfrm>
      </p:grpSpPr>
      <p:cxnSp>
        <p:nvCxnSpPr>
          <p:cNvPr id="439" name="Google Shape;439;p56"/>
          <p:cNvCxnSpPr/>
          <p:nvPr/>
        </p:nvCxnSpPr>
        <p:spPr>
          <a:xfrm>
            <a:off x="-14868" y="4744446"/>
            <a:ext cx="9144000" cy="0"/>
          </a:xfrm>
          <a:prstGeom prst="straightConnector1">
            <a:avLst/>
          </a:prstGeom>
          <a:noFill/>
          <a:ln cap="flat" cmpd="sng" w="12700">
            <a:solidFill>
              <a:schemeClr val="lt1"/>
            </a:solidFill>
            <a:prstDash val="solid"/>
            <a:round/>
            <a:headEnd len="sm" w="sm" type="none"/>
            <a:tailEnd len="sm" w="sm" type="none"/>
          </a:ln>
        </p:spPr>
      </p:cxnSp>
      <p:cxnSp>
        <p:nvCxnSpPr>
          <p:cNvPr id="440" name="Google Shape;440;p56"/>
          <p:cNvCxnSpPr/>
          <p:nvPr/>
        </p:nvCxnSpPr>
        <p:spPr>
          <a:xfrm rot="10800000">
            <a:off x="7206141" y="4744360"/>
            <a:ext cx="0" cy="408300"/>
          </a:xfrm>
          <a:prstGeom prst="straightConnector1">
            <a:avLst/>
          </a:prstGeom>
          <a:noFill/>
          <a:ln cap="flat" cmpd="sng" w="12700">
            <a:solidFill>
              <a:srgbClr val="20271C"/>
            </a:solidFill>
            <a:prstDash val="solid"/>
            <a:round/>
            <a:headEnd len="sm" w="sm" type="none"/>
            <a:tailEnd len="sm" w="sm" type="none"/>
          </a:ln>
        </p:spPr>
      </p:cxnSp>
      <p:cxnSp>
        <p:nvCxnSpPr>
          <p:cNvPr id="441" name="Google Shape;441;p56"/>
          <p:cNvCxnSpPr/>
          <p:nvPr/>
        </p:nvCxnSpPr>
        <p:spPr>
          <a:xfrm rot="10800000">
            <a:off x="431756" y="4744360"/>
            <a:ext cx="0" cy="408300"/>
          </a:xfrm>
          <a:prstGeom prst="straightConnector1">
            <a:avLst/>
          </a:prstGeom>
          <a:noFill/>
          <a:ln cap="flat" cmpd="sng" w="12700">
            <a:solidFill>
              <a:srgbClr val="20271C"/>
            </a:solidFill>
            <a:prstDash val="solid"/>
            <a:round/>
            <a:headEnd len="sm" w="sm" type="none"/>
            <a:tailEnd len="sm" w="sm" type="none"/>
          </a:ln>
        </p:spPr>
      </p:cxnSp>
      <p:sp>
        <p:nvSpPr>
          <p:cNvPr id="442" name="Google Shape;442;p56"/>
          <p:cNvSpPr/>
          <p:nvPr/>
        </p:nvSpPr>
        <p:spPr>
          <a:xfrm>
            <a:off x="7170440" y="4708790"/>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3" name="Google Shape;443;p56"/>
          <p:cNvSpPr/>
          <p:nvPr/>
        </p:nvSpPr>
        <p:spPr>
          <a:xfrm>
            <a:off x="396055" y="4708790"/>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44" name="Google Shape;444;p56"/>
          <p:cNvPicPr preferRelativeResize="0"/>
          <p:nvPr/>
        </p:nvPicPr>
        <p:blipFill rotWithShape="1">
          <a:blip r:embed="rId2">
            <a:alphaModFix/>
          </a:blip>
          <a:srcRect b="0" l="0" r="0" t="0"/>
          <a:stretch/>
        </p:blipFill>
        <p:spPr>
          <a:xfrm>
            <a:off x="84256" y="4821552"/>
            <a:ext cx="237583" cy="238625"/>
          </a:xfrm>
          <a:prstGeom prst="rect">
            <a:avLst/>
          </a:prstGeom>
          <a:noFill/>
          <a:ln>
            <a:noFill/>
          </a:ln>
        </p:spPr>
      </p:pic>
      <p:pic>
        <p:nvPicPr>
          <p:cNvPr id="445" name="Google Shape;445;p56"/>
          <p:cNvPicPr preferRelativeResize="0"/>
          <p:nvPr/>
        </p:nvPicPr>
        <p:blipFill rotWithShape="1">
          <a:blip r:embed="rId3">
            <a:alphaModFix/>
          </a:blip>
          <a:srcRect b="0" l="0" r="0" t="0"/>
          <a:stretch/>
        </p:blipFill>
        <p:spPr>
          <a:xfrm>
            <a:off x="7352358" y="4850581"/>
            <a:ext cx="1666535" cy="201385"/>
          </a:xfrm>
          <a:prstGeom prst="rect">
            <a:avLst/>
          </a:prstGeom>
          <a:noFill/>
          <a:ln>
            <a:noFill/>
          </a:ln>
        </p:spPr>
      </p:pic>
      <p:sp>
        <p:nvSpPr>
          <p:cNvPr id="446" name="Google Shape;446;p56"/>
          <p:cNvSpPr txBox="1"/>
          <p:nvPr>
            <p:ph type="title"/>
          </p:nvPr>
        </p:nvSpPr>
        <p:spPr>
          <a:xfrm>
            <a:off x="203047" y="209648"/>
            <a:ext cx="6241800" cy="3789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7" name="Google Shape;447;p56"/>
          <p:cNvSpPr txBox="1"/>
          <p:nvPr>
            <p:ph idx="1" type="body"/>
          </p:nvPr>
        </p:nvSpPr>
        <p:spPr>
          <a:xfrm>
            <a:off x="154458" y="930874"/>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p:cSld name="1_title_blue">
    <p:bg>
      <p:bgPr>
        <a:gradFill>
          <a:gsLst>
            <a:gs pos="0">
              <a:schemeClr val="dk1"/>
            </a:gs>
            <a:gs pos="22000">
              <a:schemeClr val="dk1"/>
            </a:gs>
            <a:gs pos="68000">
              <a:srgbClr val="89CCFE"/>
            </a:gs>
            <a:gs pos="100000">
              <a:srgbClr val="868CFE"/>
            </a:gs>
          </a:gsLst>
          <a:lin ang="16198662" scaled="0"/>
        </a:gradFill>
      </p:bgPr>
    </p:bg>
    <p:spTree>
      <p:nvGrpSpPr>
        <p:cNvPr id="448" name="Shape 448"/>
        <p:cNvGrpSpPr/>
        <p:nvPr/>
      </p:nvGrpSpPr>
      <p:grpSpPr>
        <a:xfrm>
          <a:off x="0" y="0"/>
          <a:ext cx="0" cy="0"/>
          <a:chOff x="0" y="0"/>
          <a:chExt cx="0" cy="0"/>
        </a:xfrm>
      </p:grpSpPr>
      <p:pic>
        <p:nvPicPr>
          <p:cNvPr id="449" name="Google Shape;449;p57"/>
          <p:cNvPicPr preferRelativeResize="0"/>
          <p:nvPr/>
        </p:nvPicPr>
        <p:blipFill rotWithShape="1">
          <a:blip r:embed="rId2">
            <a:alphaModFix/>
          </a:blip>
          <a:srcRect b="0" l="0" r="0" t="0"/>
          <a:stretch/>
        </p:blipFill>
        <p:spPr>
          <a:xfrm>
            <a:off x="0" y="0"/>
            <a:ext cx="9143999" cy="5143500"/>
          </a:xfrm>
          <a:prstGeom prst="rect">
            <a:avLst/>
          </a:prstGeom>
          <a:noFill/>
          <a:ln>
            <a:noFill/>
          </a:ln>
        </p:spPr>
      </p:pic>
      <p:sp>
        <p:nvSpPr>
          <p:cNvPr id="450" name="Google Shape;450;p57"/>
          <p:cNvSpPr txBox="1"/>
          <p:nvPr>
            <p:ph type="title"/>
          </p:nvPr>
        </p:nvSpPr>
        <p:spPr>
          <a:xfrm>
            <a:off x="2749901" y="2862230"/>
            <a:ext cx="6241800" cy="3789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violet">
  <p:cSld name="TITLE_AND_BODY_2_1_1_2_1">
    <p:bg>
      <p:bgPr>
        <a:gradFill>
          <a:gsLst>
            <a:gs pos="0">
              <a:schemeClr val="dk1"/>
            </a:gs>
            <a:gs pos="61000">
              <a:srgbClr val="D5C3F7"/>
            </a:gs>
            <a:gs pos="100000">
              <a:srgbClr val="ED92FF"/>
            </a:gs>
          </a:gsLst>
          <a:lin ang="16200038" scaled="0"/>
        </a:gradFill>
      </p:bgPr>
    </p:bg>
    <p:spTree>
      <p:nvGrpSpPr>
        <p:cNvPr id="451" name="Shape 451"/>
        <p:cNvGrpSpPr/>
        <p:nvPr/>
      </p:nvGrpSpPr>
      <p:grpSpPr>
        <a:xfrm>
          <a:off x="0" y="0"/>
          <a:ext cx="0" cy="0"/>
          <a:chOff x="0" y="0"/>
          <a:chExt cx="0" cy="0"/>
        </a:xfrm>
      </p:grpSpPr>
      <p:pic>
        <p:nvPicPr>
          <p:cNvPr id="452" name="Google Shape;452;p58"/>
          <p:cNvPicPr preferRelativeResize="0"/>
          <p:nvPr/>
        </p:nvPicPr>
        <p:blipFill rotWithShape="1">
          <a:blip r:embed="rId2">
            <a:alphaModFix/>
          </a:blip>
          <a:srcRect b="0" l="0" r="0" t="0"/>
          <a:stretch/>
        </p:blipFill>
        <p:spPr>
          <a:xfrm>
            <a:off x="7111100" y="143450"/>
            <a:ext cx="1894250" cy="4444800"/>
          </a:xfrm>
          <a:prstGeom prst="rect">
            <a:avLst/>
          </a:prstGeom>
          <a:noFill/>
          <a:ln>
            <a:noFill/>
          </a:ln>
        </p:spPr>
      </p:pic>
      <p:sp>
        <p:nvSpPr>
          <p:cNvPr id="453" name="Google Shape;453;p58"/>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54" name="Google Shape;454;p58"/>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55" name="Google Shape;455;p58"/>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456" name="Google Shape;456;p58"/>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57" name="Google Shape;457;p5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8" name="Google Shape;458;p58"/>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59" name="Google Shape;459;p58"/>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460" name="Google Shape;460;p58"/>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61" name="Google Shape;461;p58"/>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462" name="Google Shape;462;p58"/>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blue">
  <p:cSld name="CUSTOM_2_1">
    <p:bg>
      <p:bgPr>
        <a:gradFill>
          <a:gsLst>
            <a:gs pos="0">
              <a:schemeClr val="dk1"/>
            </a:gs>
            <a:gs pos="38000">
              <a:schemeClr val="dk1"/>
            </a:gs>
            <a:gs pos="83000">
              <a:srgbClr val="89CCFE"/>
            </a:gs>
            <a:gs pos="100000">
              <a:srgbClr val="868CFE"/>
            </a:gs>
          </a:gsLst>
          <a:lin ang="10801400" scaled="0"/>
        </a:gradFill>
      </p:bgPr>
    </p:bg>
    <p:spTree>
      <p:nvGrpSpPr>
        <p:cNvPr id="463" name="Shape 463"/>
        <p:cNvGrpSpPr/>
        <p:nvPr/>
      </p:nvGrpSpPr>
      <p:grpSpPr>
        <a:xfrm>
          <a:off x="0" y="0"/>
          <a:ext cx="0" cy="0"/>
          <a:chOff x="0" y="0"/>
          <a:chExt cx="0" cy="0"/>
        </a:xfrm>
      </p:grpSpPr>
      <p:sp>
        <p:nvSpPr>
          <p:cNvPr id="464" name="Google Shape;464;p59"/>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465" name="Google Shape;465;p59"/>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466" name="Google Shape;466;p59"/>
          <p:cNvSpPr/>
          <p:nvPr/>
        </p:nvSpPr>
        <p:spPr>
          <a:xfrm>
            <a:off x="146950" y="138725"/>
            <a:ext cx="88608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67" name="Google Shape;467;p59"/>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468" name="Google Shape;468;p59"/>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469" name="Google Shape;469;p59"/>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470" name="Google Shape;470;p59"/>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471" name="Google Shape;471;p5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2" name="Google Shape;472;p59"/>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3" name="Google Shape;473;p59"/>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74" name="Google Shape;474;p59"/>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475" name="Google Shape;475;p59"/>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476" name="Google Shape;476;p59"/>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_violet">
  <p:cSld name="SECTION_HEADER_1_1_1_1">
    <p:bg>
      <p:bgPr>
        <a:gradFill>
          <a:gsLst>
            <a:gs pos="0">
              <a:schemeClr val="dk1"/>
            </a:gs>
            <a:gs pos="61000">
              <a:srgbClr val="D5C3F7"/>
            </a:gs>
            <a:gs pos="100000">
              <a:srgbClr val="ED92FF"/>
            </a:gs>
          </a:gsLst>
          <a:lin ang="16200038" scaled="0"/>
        </a:gradFill>
      </p:bgPr>
    </p:bg>
    <p:spTree>
      <p:nvGrpSpPr>
        <p:cNvPr id="477" name="Shape 477"/>
        <p:cNvGrpSpPr/>
        <p:nvPr/>
      </p:nvGrpSpPr>
      <p:grpSpPr>
        <a:xfrm>
          <a:off x="0" y="0"/>
          <a:ext cx="0" cy="0"/>
          <a:chOff x="0" y="0"/>
          <a:chExt cx="0" cy="0"/>
        </a:xfrm>
      </p:grpSpPr>
      <p:sp>
        <p:nvSpPr>
          <p:cNvPr id="478" name="Google Shape;478;p60"/>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79" name="Google Shape;479;p60"/>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80" name="Google Shape;480;p60"/>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481" name="Google Shape;481;p60"/>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82" name="Google Shape;482;p6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3" name="Google Shape;483;p60"/>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84" name="Google Shape;484;p60"/>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pic>
        <p:nvPicPr>
          <p:cNvPr id="485" name="Google Shape;485;p60"/>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yellow">
  <p:cSld name="TITLE_AND_BODY_2_1_1_2">
    <p:bg>
      <p:bgPr>
        <a:gradFill>
          <a:gsLst>
            <a:gs pos="0">
              <a:schemeClr val="dk1"/>
            </a:gs>
            <a:gs pos="10000">
              <a:schemeClr val="dk1"/>
            </a:gs>
            <a:gs pos="56000">
              <a:srgbClr val="FFF895"/>
            </a:gs>
            <a:gs pos="100000">
              <a:srgbClr val="FFC08F"/>
            </a:gs>
          </a:gsLst>
          <a:lin ang="16198662" scaled="0"/>
        </a:gradFill>
      </p:bgPr>
    </p:bg>
    <p:spTree>
      <p:nvGrpSpPr>
        <p:cNvPr id="486" name="Shape 486"/>
        <p:cNvGrpSpPr/>
        <p:nvPr/>
      </p:nvGrpSpPr>
      <p:grpSpPr>
        <a:xfrm>
          <a:off x="0" y="0"/>
          <a:ext cx="0" cy="0"/>
          <a:chOff x="0" y="0"/>
          <a:chExt cx="0" cy="0"/>
        </a:xfrm>
      </p:grpSpPr>
      <p:pic>
        <p:nvPicPr>
          <p:cNvPr id="487" name="Google Shape;487;p61"/>
          <p:cNvPicPr preferRelativeResize="0"/>
          <p:nvPr/>
        </p:nvPicPr>
        <p:blipFill rotWithShape="1">
          <a:blip r:embed="rId2">
            <a:alphaModFix/>
          </a:blip>
          <a:srcRect b="0" l="0" r="0" t="0"/>
          <a:stretch/>
        </p:blipFill>
        <p:spPr>
          <a:xfrm rot="10800000">
            <a:off x="7114150" y="139925"/>
            <a:ext cx="1896275" cy="4450375"/>
          </a:xfrm>
          <a:prstGeom prst="rect">
            <a:avLst/>
          </a:prstGeom>
          <a:noFill/>
          <a:ln>
            <a:noFill/>
          </a:ln>
        </p:spPr>
      </p:pic>
      <p:sp>
        <p:nvSpPr>
          <p:cNvPr id="488" name="Google Shape;488;p61"/>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89" name="Google Shape;489;p61"/>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90" name="Google Shape;490;p61"/>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491" name="Google Shape;491;p61"/>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92" name="Google Shape;492;p6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3" name="Google Shape;493;p61"/>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94" name="Google Shape;494;p6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495" name="Google Shape;495;p61"/>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96" name="Google Shape;496;p61"/>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497" name="Google Shape;497;p61"/>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red">
  <p:cSld name="TITLE_AND_BODY_2_1_1_2_1_1">
    <p:bg>
      <p:bgPr>
        <a:gradFill>
          <a:gsLst>
            <a:gs pos="0">
              <a:schemeClr val="dk1"/>
            </a:gs>
            <a:gs pos="61000">
              <a:srgbClr val="FBB0A5"/>
            </a:gs>
            <a:gs pos="100000">
              <a:srgbClr val="FF637D"/>
            </a:gs>
          </a:gsLst>
          <a:lin ang="16198662" scaled="0"/>
        </a:gradFill>
      </p:bgPr>
    </p:bg>
    <p:spTree>
      <p:nvGrpSpPr>
        <p:cNvPr id="498" name="Shape 498"/>
        <p:cNvGrpSpPr/>
        <p:nvPr/>
      </p:nvGrpSpPr>
      <p:grpSpPr>
        <a:xfrm>
          <a:off x="0" y="0"/>
          <a:ext cx="0" cy="0"/>
          <a:chOff x="0" y="0"/>
          <a:chExt cx="0" cy="0"/>
        </a:xfrm>
      </p:grpSpPr>
      <p:pic>
        <p:nvPicPr>
          <p:cNvPr id="499" name="Google Shape;499;p62"/>
          <p:cNvPicPr preferRelativeResize="0"/>
          <p:nvPr/>
        </p:nvPicPr>
        <p:blipFill rotWithShape="1">
          <a:blip r:embed="rId2">
            <a:alphaModFix/>
          </a:blip>
          <a:srcRect b="0" l="0" r="0" t="0"/>
          <a:stretch/>
        </p:blipFill>
        <p:spPr>
          <a:xfrm rot="10800000">
            <a:off x="7111100" y="138800"/>
            <a:ext cx="1894250" cy="4449526"/>
          </a:xfrm>
          <a:prstGeom prst="rect">
            <a:avLst/>
          </a:prstGeom>
          <a:noFill/>
          <a:ln>
            <a:noFill/>
          </a:ln>
        </p:spPr>
      </p:pic>
      <p:sp>
        <p:nvSpPr>
          <p:cNvPr id="500" name="Google Shape;500;p62"/>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01" name="Google Shape;501;p62"/>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02" name="Google Shape;502;p62"/>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503" name="Google Shape;503;p62"/>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504" name="Google Shape;504;p6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5" name="Google Shape;505;p62"/>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06" name="Google Shape;506;p62"/>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507" name="Google Shape;507;p62"/>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08" name="Google Shape;508;p62"/>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509" name="Google Shape;509;p62"/>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yellow">
  <p:cSld name="TITLE_AND_BODY_2_1_1_1_1">
    <p:bg>
      <p:bgPr>
        <a:gradFill>
          <a:gsLst>
            <a:gs pos="0">
              <a:schemeClr val="dk1"/>
            </a:gs>
            <a:gs pos="10000">
              <a:schemeClr val="dk1"/>
            </a:gs>
            <a:gs pos="56000">
              <a:srgbClr val="FFF895"/>
            </a:gs>
            <a:gs pos="100000">
              <a:srgbClr val="FFC08F"/>
            </a:gs>
          </a:gsLst>
          <a:lin ang="16198662" scaled="0"/>
        </a:gradFill>
      </p:bgPr>
    </p:bg>
    <p:spTree>
      <p:nvGrpSpPr>
        <p:cNvPr id="510" name="Shape 510"/>
        <p:cNvGrpSpPr/>
        <p:nvPr/>
      </p:nvGrpSpPr>
      <p:grpSpPr>
        <a:xfrm>
          <a:off x="0" y="0"/>
          <a:ext cx="0" cy="0"/>
          <a:chOff x="0" y="0"/>
          <a:chExt cx="0" cy="0"/>
        </a:xfrm>
      </p:grpSpPr>
      <p:pic>
        <p:nvPicPr>
          <p:cNvPr id="511" name="Google Shape;511;p63"/>
          <p:cNvPicPr preferRelativeResize="0"/>
          <p:nvPr/>
        </p:nvPicPr>
        <p:blipFill rotWithShape="1">
          <a:blip r:embed="rId2">
            <a:alphaModFix/>
          </a:blip>
          <a:srcRect b="0" l="0" r="0" t="0"/>
          <a:stretch/>
        </p:blipFill>
        <p:spPr>
          <a:xfrm rot="10800000">
            <a:off x="7114150" y="139925"/>
            <a:ext cx="1896275" cy="4450375"/>
          </a:xfrm>
          <a:prstGeom prst="rect">
            <a:avLst/>
          </a:prstGeom>
          <a:noFill/>
          <a:ln>
            <a:noFill/>
          </a:ln>
        </p:spPr>
      </p:pic>
      <p:sp>
        <p:nvSpPr>
          <p:cNvPr id="512" name="Google Shape;512;p63"/>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13" name="Google Shape;513;p63"/>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14" name="Google Shape;514;p63"/>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515" name="Google Shape;515;p63"/>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516" name="Google Shape;516;p6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7" name="Google Shape;517;p63"/>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18" name="Google Shape;518;p6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519" name="Google Shape;519;p63"/>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520" name="Google Shape;520;p63"/>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521" name="Google Shape;521;p63"/>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522" name="Google Shape;522;p63"/>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red">
  <p:cSld name="TITLE_AND_BODY_2_1_1_1_1_1_1">
    <p:bg>
      <p:bgPr>
        <a:gradFill>
          <a:gsLst>
            <a:gs pos="0">
              <a:schemeClr val="dk1"/>
            </a:gs>
            <a:gs pos="61000">
              <a:srgbClr val="FBB0A5"/>
            </a:gs>
            <a:gs pos="100000">
              <a:srgbClr val="FF637D"/>
            </a:gs>
          </a:gsLst>
          <a:lin ang="16198662" scaled="0"/>
        </a:gradFill>
      </p:bgPr>
    </p:bg>
    <p:spTree>
      <p:nvGrpSpPr>
        <p:cNvPr id="523" name="Shape 523"/>
        <p:cNvGrpSpPr/>
        <p:nvPr/>
      </p:nvGrpSpPr>
      <p:grpSpPr>
        <a:xfrm>
          <a:off x="0" y="0"/>
          <a:ext cx="0" cy="0"/>
          <a:chOff x="0" y="0"/>
          <a:chExt cx="0" cy="0"/>
        </a:xfrm>
      </p:grpSpPr>
      <p:pic>
        <p:nvPicPr>
          <p:cNvPr id="524" name="Google Shape;524;p64"/>
          <p:cNvPicPr preferRelativeResize="0"/>
          <p:nvPr/>
        </p:nvPicPr>
        <p:blipFill rotWithShape="1">
          <a:blip r:embed="rId2">
            <a:alphaModFix/>
          </a:blip>
          <a:srcRect b="0" l="0" r="0" t="0"/>
          <a:stretch/>
        </p:blipFill>
        <p:spPr>
          <a:xfrm rot="10800000">
            <a:off x="7111100" y="138800"/>
            <a:ext cx="1894250" cy="4449526"/>
          </a:xfrm>
          <a:prstGeom prst="rect">
            <a:avLst/>
          </a:prstGeom>
          <a:noFill/>
          <a:ln>
            <a:noFill/>
          </a:ln>
        </p:spPr>
      </p:pic>
      <p:sp>
        <p:nvSpPr>
          <p:cNvPr id="525" name="Google Shape;525;p64"/>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26" name="Google Shape;526;p64"/>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27" name="Google Shape;527;p64"/>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528" name="Google Shape;528;p64"/>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529" name="Google Shape;529;p6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0" name="Google Shape;530;p64"/>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31" name="Google Shape;531;p64"/>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532" name="Google Shape;532;p64"/>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533" name="Google Shape;533;p64"/>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534" name="Google Shape;534;p64"/>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535" name="Google Shape;535;p64"/>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yellow">
  <p:cSld name="CUSTOM_3">
    <p:bg>
      <p:bgPr>
        <a:gradFill>
          <a:gsLst>
            <a:gs pos="0">
              <a:schemeClr val="dk1"/>
            </a:gs>
            <a:gs pos="10000">
              <a:schemeClr val="dk1"/>
            </a:gs>
            <a:gs pos="56000">
              <a:srgbClr val="FFF895"/>
            </a:gs>
            <a:gs pos="100000">
              <a:srgbClr val="FFC08F"/>
            </a:gs>
          </a:gsLst>
          <a:lin ang="0" scaled="0"/>
        </a:gradFill>
      </p:bgPr>
    </p:bg>
    <p:spTree>
      <p:nvGrpSpPr>
        <p:cNvPr id="536" name="Shape 536"/>
        <p:cNvGrpSpPr/>
        <p:nvPr/>
      </p:nvGrpSpPr>
      <p:grpSpPr>
        <a:xfrm>
          <a:off x="0" y="0"/>
          <a:ext cx="0" cy="0"/>
          <a:chOff x="0" y="0"/>
          <a:chExt cx="0" cy="0"/>
        </a:xfrm>
      </p:grpSpPr>
      <p:pic>
        <p:nvPicPr>
          <p:cNvPr id="537" name="Google Shape;537;p65"/>
          <p:cNvPicPr preferRelativeResize="0"/>
          <p:nvPr/>
        </p:nvPicPr>
        <p:blipFill rotWithShape="1">
          <a:blip r:embed="rId2">
            <a:alphaModFix/>
          </a:blip>
          <a:srcRect b="0" l="0" r="0" t="0"/>
          <a:stretch/>
        </p:blipFill>
        <p:spPr>
          <a:xfrm rot="10800000">
            <a:off x="146950" y="138825"/>
            <a:ext cx="8858399" cy="1211125"/>
          </a:xfrm>
          <a:prstGeom prst="rect">
            <a:avLst/>
          </a:prstGeom>
          <a:noFill/>
          <a:ln>
            <a:noFill/>
          </a:ln>
        </p:spPr>
      </p:pic>
      <p:sp>
        <p:nvSpPr>
          <p:cNvPr id="538" name="Google Shape;538;p65"/>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39" name="Google Shape;539;p65"/>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40" name="Google Shape;540;p65"/>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41" name="Google Shape;541;p65"/>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42" name="Google Shape;542;p65"/>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543" name="Google Shape;543;p6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4" name="Google Shape;544;p65"/>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45" name="Google Shape;545;p65"/>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546" name="Google Shape;546;p65"/>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47" name="Google Shape;547;p65"/>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548" name="Google Shape;548;p65"/>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violet">
  <p:cSld name="CUSTOM_3_1">
    <p:bg>
      <p:bgPr>
        <a:gradFill>
          <a:gsLst>
            <a:gs pos="0">
              <a:schemeClr val="dk1"/>
            </a:gs>
            <a:gs pos="61000">
              <a:srgbClr val="D5C3F7"/>
            </a:gs>
            <a:gs pos="100000">
              <a:srgbClr val="ED92FF"/>
            </a:gs>
          </a:gsLst>
          <a:lin ang="0" scaled="0"/>
        </a:gradFill>
      </p:bgPr>
    </p:bg>
    <p:spTree>
      <p:nvGrpSpPr>
        <p:cNvPr id="549" name="Shape 549"/>
        <p:cNvGrpSpPr/>
        <p:nvPr/>
      </p:nvGrpSpPr>
      <p:grpSpPr>
        <a:xfrm>
          <a:off x="0" y="0"/>
          <a:ext cx="0" cy="0"/>
          <a:chOff x="0" y="0"/>
          <a:chExt cx="0" cy="0"/>
        </a:xfrm>
      </p:grpSpPr>
      <p:pic>
        <p:nvPicPr>
          <p:cNvPr id="550" name="Google Shape;550;p66"/>
          <p:cNvPicPr preferRelativeResize="0"/>
          <p:nvPr/>
        </p:nvPicPr>
        <p:blipFill rotWithShape="1">
          <a:blip r:embed="rId2">
            <a:alphaModFix/>
          </a:blip>
          <a:srcRect b="0" l="0" r="0" t="0"/>
          <a:stretch/>
        </p:blipFill>
        <p:spPr>
          <a:xfrm rot="5400000">
            <a:off x="3967151" y="-3679174"/>
            <a:ext cx="1216675" cy="8852623"/>
          </a:xfrm>
          <a:prstGeom prst="rect">
            <a:avLst/>
          </a:prstGeom>
          <a:noFill/>
          <a:ln>
            <a:noFill/>
          </a:ln>
        </p:spPr>
      </p:pic>
      <p:sp>
        <p:nvSpPr>
          <p:cNvPr id="551" name="Google Shape;551;p66"/>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52" name="Google Shape;552;p66"/>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53" name="Google Shape;553;p66"/>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54" name="Google Shape;554;p66"/>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55" name="Google Shape;555;p66"/>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556" name="Google Shape;556;p6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7" name="Google Shape;557;p66"/>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58" name="Google Shape;558;p66"/>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559" name="Google Shape;559;p66"/>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60" name="Google Shape;560;p66"/>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561" name="Google Shape;561;p66"/>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red">
  <p:cSld name="CUSTOM_3_1_1">
    <p:bg>
      <p:bgPr>
        <a:gradFill>
          <a:gsLst>
            <a:gs pos="0">
              <a:schemeClr val="dk1"/>
            </a:gs>
            <a:gs pos="72000">
              <a:srgbClr val="FBB0A5"/>
            </a:gs>
            <a:gs pos="100000">
              <a:srgbClr val="FF637D"/>
            </a:gs>
          </a:gsLst>
          <a:lin ang="0" scaled="0"/>
        </a:gradFill>
      </p:bgPr>
    </p:bg>
    <p:spTree>
      <p:nvGrpSpPr>
        <p:cNvPr id="562" name="Shape 562"/>
        <p:cNvGrpSpPr/>
        <p:nvPr/>
      </p:nvGrpSpPr>
      <p:grpSpPr>
        <a:xfrm>
          <a:off x="0" y="0"/>
          <a:ext cx="0" cy="0"/>
          <a:chOff x="0" y="0"/>
          <a:chExt cx="0" cy="0"/>
        </a:xfrm>
      </p:grpSpPr>
      <p:pic>
        <p:nvPicPr>
          <p:cNvPr id="563" name="Google Shape;563;p67"/>
          <p:cNvPicPr preferRelativeResize="0"/>
          <p:nvPr/>
        </p:nvPicPr>
        <p:blipFill rotWithShape="1">
          <a:blip r:embed="rId2">
            <a:alphaModFix/>
          </a:blip>
          <a:srcRect b="0" l="0" r="0" t="0"/>
          <a:stretch/>
        </p:blipFill>
        <p:spPr>
          <a:xfrm rot="-5400000">
            <a:off x="3968923" y="-3683174"/>
            <a:ext cx="1220376" cy="8864323"/>
          </a:xfrm>
          <a:prstGeom prst="rect">
            <a:avLst/>
          </a:prstGeom>
          <a:noFill/>
          <a:ln>
            <a:noFill/>
          </a:ln>
        </p:spPr>
      </p:pic>
      <p:sp>
        <p:nvSpPr>
          <p:cNvPr id="564" name="Google Shape;564;p67"/>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65" name="Google Shape;565;p67"/>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66" name="Google Shape;566;p67"/>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67" name="Google Shape;567;p67"/>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68" name="Google Shape;568;p67"/>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569" name="Google Shape;569;p6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70" name="Google Shape;570;p67"/>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71" name="Google Shape;571;p67"/>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572" name="Google Shape;572;p67"/>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73" name="Google Shape;573;p67"/>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574" name="Google Shape;574;p67"/>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yellow">
  <p:cSld name="CUSTOM_4">
    <p:bg>
      <p:bgPr>
        <a:gradFill>
          <a:gsLst>
            <a:gs pos="0">
              <a:schemeClr val="dk1"/>
            </a:gs>
            <a:gs pos="10000">
              <a:schemeClr val="dk1"/>
            </a:gs>
            <a:gs pos="56000">
              <a:srgbClr val="FFF895"/>
            </a:gs>
            <a:gs pos="100000">
              <a:srgbClr val="FFC08F"/>
            </a:gs>
          </a:gsLst>
          <a:lin ang="16198662" scaled="0"/>
        </a:gradFill>
      </p:bgPr>
    </p:bg>
    <p:spTree>
      <p:nvGrpSpPr>
        <p:cNvPr id="575" name="Shape 575"/>
        <p:cNvGrpSpPr/>
        <p:nvPr/>
      </p:nvGrpSpPr>
      <p:grpSpPr>
        <a:xfrm>
          <a:off x="0" y="0"/>
          <a:ext cx="0" cy="0"/>
          <a:chOff x="0" y="0"/>
          <a:chExt cx="0" cy="0"/>
        </a:xfrm>
      </p:grpSpPr>
      <p:sp>
        <p:nvSpPr>
          <p:cNvPr id="576" name="Google Shape;576;p68"/>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577" name="Google Shape;577;p68"/>
          <p:cNvPicPr preferRelativeResize="0"/>
          <p:nvPr/>
        </p:nvPicPr>
        <p:blipFill rotWithShape="1">
          <a:blip r:embed="rId2">
            <a:alphaModFix/>
          </a:blip>
          <a:srcRect b="0" l="0" r="0" t="0"/>
          <a:stretch/>
        </p:blipFill>
        <p:spPr>
          <a:xfrm rot="10800000">
            <a:off x="146956" y="1547946"/>
            <a:ext cx="866785" cy="3448594"/>
          </a:xfrm>
          <a:prstGeom prst="rect">
            <a:avLst/>
          </a:prstGeom>
          <a:noFill/>
          <a:ln>
            <a:noFill/>
          </a:ln>
        </p:spPr>
      </p:pic>
      <p:sp>
        <p:nvSpPr>
          <p:cNvPr id="578" name="Google Shape;578;p68"/>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79" name="Google Shape;579;p68"/>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580" name="Google Shape;580;p68"/>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81" name="Google Shape;581;p68"/>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82" name="Google Shape;582;p68"/>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583" name="Google Shape;583;p6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4" name="Google Shape;584;p68"/>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85" name="Google Shape;585;p68"/>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586" name="Google Shape;586;p68"/>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7" name="Google Shape;587;p68"/>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violet">
  <p:cSld name="CUSTOM_4_1_1">
    <p:bg>
      <p:bgPr>
        <a:gradFill>
          <a:gsLst>
            <a:gs pos="0">
              <a:schemeClr val="dk1"/>
            </a:gs>
            <a:gs pos="61000">
              <a:srgbClr val="D5C3F7"/>
            </a:gs>
            <a:gs pos="100000">
              <a:srgbClr val="ED92FF"/>
            </a:gs>
          </a:gsLst>
          <a:lin ang="16198662" scaled="0"/>
        </a:gradFill>
      </p:bgPr>
    </p:bg>
    <p:spTree>
      <p:nvGrpSpPr>
        <p:cNvPr id="588" name="Shape 588"/>
        <p:cNvGrpSpPr/>
        <p:nvPr/>
      </p:nvGrpSpPr>
      <p:grpSpPr>
        <a:xfrm>
          <a:off x="0" y="0"/>
          <a:ext cx="0" cy="0"/>
          <a:chOff x="0" y="0"/>
          <a:chExt cx="0" cy="0"/>
        </a:xfrm>
      </p:grpSpPr>
      <p:sp>
        <p:nvSpPr>
          <p:cNvPr id="589" name="Google Shape;589;p69"/>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590" name="Google Shape;590;p69"/>
          <p:cNvPicPr preferRelativeResize="0"/>
          <p:nvPr/>
        </p:nvPicPr>
        <p:blipFill rotWithShape="1">
          <a:blip r:embed="rId2">
            <a:alphaModFix/>
          </a:blip>
          <a:srcRect b="0" l="0" r="0" t="0"/>
          <a:stretch/>
        </p:blipFill>
        <p:spPr>
          <a:xfrm>
            <a:off x="146950" y="1547950"/>
            <a:ext cx="866801" cy="3448750"/>
          </a:xfrm>
          <a:prstGeom prst="rect">
            <a:avLst/>
          </a:prstGeom>
          <a:noFill/>
          <a:ln>
            <a:noFill/>
          </a:ln>
        </p:spPr>
      </p:pic>
      <p:sp>
        <p:nvSpPr>
          <p:cNvPr id="591" name="Google Shape;591;p69"/>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92" name="Google Shape;592;p69"/>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593" name="Google Shape;593;p69"/>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94" name="Google Shape;594;p69"/>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95" name="Google Shape;595;p69"/>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596" name="Google Shape;596;p6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97" name="Google Shape;597;p69"/>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98" name="Google Shape;598;p69"/>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599" name="Google Shape;599;p69"/>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0" name="Google Shape;600;p69"/>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red">
  <p:cSld name="CUSTOM_4_1_1_1">
    <p:bg>
      <p:bgPr>
        <a:gradFill>
          <a:gsLst>
            <a:gs pos="0">
              <a:schemeClr val="dk1"/>
            </a:gs>
            <a:gs pos="61000">
              <a:srgbClr val="FBB0A5"/>
            </a:gs>
            <a:gs pos="100000">
              <a:srgbClr val="FF637D"/>
            </a:gs>
          </a:gsLst>
          <a:lin ang="16198662" scaled="0"/>
        </a:gradFill>
      </p:bgPr>
    </p:bg>
    <p:spTree>
      <p:nvGrpSpPr>
        <p:cNvPr id="601" name="Shape 601"/>
        <p:cNvGrpSpPr/>
        <p:nvPr/>
      </p:nvGrpSpPr>
      <p:grpSpPr>
        <a:xfrm>
          <a:off x="0" y="0"/>
          <a:ext cx="0" cy="0"/>
          <a:chOff x="0" y="0"/>
          <a:chExt cx="0" cy="0"/>
        </a:xfrm>
      </p:grpSpPr>
      <p:sp>
        <p:nvSpPr>
          <p:cNvPr id="602" name="Google Shape;602;p70"/>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03" name="Google Shape;603;p70"/>
          <p:cNvPicPr preferRelativeResize="0"/>
          <p:nvPr/>
        </p:nvPicPr>
        <p:blipFill rotWithShape="1">
          <a:blip r:embed="rId2">
            <a:alphaModFix/>
          </a:blip>
          <a:srcRect b="0" l="0" r="0" t="0"/>
          <a:stretch/>
        </p:blipFill>
        <p:spPr>
          <a:xfrm rot="10800000">
            <a:off x="149825" y="1551827"/>
            <a:ext cx="866900" cy="3435423"/>
          </a:xfrm>
          <a:prstGeom prst="rect">
            <a:avLst/>
          </a:prstGeom>
          <a:noFill/>
          <a:ln>
            <a:noFill/>
          </a:ln>
        </p:spPr>
      </p:pic>
      <p:sp>
        <p:nvSpPr>
          <p:cNvPr id="604" name="Google Shape;604;p70"/>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05" name="Google Shape;605;p70"/>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606" name="Google Shape;606;p70"/>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607" name="Google Shape;607;p70"/>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608" name="Google Shape;608;p70"/>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609" name="Google Shape;609;p7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0" name="Google Shape;610;p70"/>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11" name="Google Shape;611;p70"/>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612" name="Google Shape;612;p70"/>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3" name="Google Shape;613;p70"/>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yellow">
  <p:cSld name="CUSTOM_1_1">
    <p:bg>
      <p:bgPr>
        <a:gradFill>
          <a:gsLst>
            <a:gs pos="0">
              <a:schemeClr val="dk1"/>
            </a:gs>
            <a:gs pos="10000">
              <a:schemeClr val="dk1"/>
            </a:gs>
            <a:gs pos="56000">
              <a:srgbClr val="FFF895"/>
            </a:gs>
            <a:gs pos="100000">
              <a:srgbClr val="FFC08F"/>
            </a:gs>
          </a:gsLst>
          <a:lin ang="16198662" scaled="0"/>
        </a:gradFill>
      </p:bgPr>
    </p:bg>
    <p:spTree>
      <p:nvGrpSpPr>
        <p:cNvPr id="614" name="Shape 614"/>
        <p:cNvGrpSpPr/>
        <p:nvPr/>
      </p:nvGrpSpPr>
      <p:grpSpPr>
        <a:xfrm>
          <a:off x="0" y="0"/>
          <a:ext cx="0" cy="0"/>
          <a:chOff x="0" y="0"/>
          <a:chExt cx="0" cy="0"/>
        </a:xfrm>
      </p:grpSpPr>
      <p:sp>
        <p:nvSpPr>
          <p:cNvPr id="615" name="Google Shape;615;p71"/>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16" name="Google Shape;616;p71"/>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617" name="Google Shape;617;p71"/>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618" name="Google Shape;618;p71"/>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619" name="Google Shape;619;p71"/>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20" name="Google Shape;620;p71"/>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621" name="Google Shape;621;p71"/>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22" name="Google Shape;622;p71"/>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violet">
  <p:cSld name="CUSTOM_1_1_1">
    <p:bg>
      <p:bgPr>
        <a:gradFill>
          <a:gsLst>
            <a:gs pos="0">
              <a:schemeClr val="dk1"/>
            </a:gs>
            <a:gs pos="61000">
              <a:srgbClr val="D5C3F7"/>
            </a:gs>
            <a:gs pos="100000">
              <a:srgbClr val="ED92FF"/>
            </a:gs>
          </a:gsLst>
          <a:lin ang="16198662" scaled="0"/>
        </a:gradFill>
      </p:bgPr>
    </p:bg>
    <p:spTree>
      <p:nvGrpSpPr>
        <p:cNvPr id="623" name="Shape 623"/>
        <p:cNvGrpSpPr/>
        <p:nvPr/>
      </p:nvGrpSpPr>
      <p:grpSpPr>
        <a:xfrm>
          <a:off x="0" y="0"/>
          <a:ext cx="0" cy="0"/>
          <a:chOff x="0" y="0"/>
          <a:chExt cx="0" cy="0"/>
        </a:xfrm>
      </p:grpSpPr>
      <p:sp>
        <p:nvSpPr>
          <p:cNvPr id="624" name="Google Shape;624;p72"/>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25" name="Google Shape;625;p72"/>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626" name="Google Shape;626;p72"/>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627" name="Google Shape;627;p72"/>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628" name="Google Shape;628;p72"/>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29" name="Google Shape;629;p72"/>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630" name="Google Shape;630;p72"/>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31" name="Google Shape;631;p72"/>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red">
  <p:cSld name="CUSTOM_1_1_1_1">
    <p:bg>
      <p:bgPr>
        <a:gradFill>
          <a:gsLst>
            <a:gs pos="0">
              <a:schemeClr val="dk1"/>
            </a:gs>
            <a:gs pos="61000">
              <a:srgbClr val="FBB0A5"/>
            </a:gs>
            <a:gs pos="100000">
              <a:srgbClr val="FF637D"/>
            </a:gs>
          </a:gsLst>
          <a:lin ang="16198662" scaled="0"/>
        </a:gradFill>
      </p:bgPr>
    </p:bg>
    <p:spTree>
      <p:nvGrpSpPr>
        <p:cNvPr id="632" name="Shape 632"/>
        <p:cNvGrpSpPr/>
        <p:nvPr/>
      </p:nvGrpSpPr>
      <p:grpSpPr>
        <a:xfrm>
          <a:off x="0" y="0"/>
          <a:ext cx="0" cy="0"/>
          <a:chOff x="0" y="0"/>
          <a:chExt cx="0" cy="0"/>
        </a:xfrm>
      </p:grpSpPr>
      <p:sp>
        <p:nvSpPr>
          <p:cNvPr id="633" name="Google Shape;633;p73"/>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34" name="Google Shape;634;p73"/>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635" name="Google Shape;635;p73"/>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636" name="Google Shape;636;p73"/>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637" name="Google Shape;637;p73"/>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38" name="Google Shape;638;p73"/>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639" name="Google Shape;639;p73"/>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40" name="Google Shape;640;p73"/>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yellow">
  <p:cSld name="CUSTOM_2_2">
    <p:bg>
      <p:bgPr>
        <a:gradFill>
          <a:gsLst>
            <a:gs pos="0">
              <a:schemeClr val="dk1"/>
            </a:gs>
            <a:gs pos="10000">
              <a:schemeClr val="dk1"/>
            </a:gs>
            <a:gs pos="56000">
              <a:srgbClr val="FFF895"/>
            </a:gs>
            <a:gs pos="100000">
              <a:srgbClr val="FFC08F"/>
            </a:gs>
          </a:gsLst>
          <a:lin ang="0" scaled="0"/>
        </a:gradFill>
      </p:bgPr>
    </p:bg>
    <p:spTree>
      <p:nvGrpSpPr>
        <p:cNvPr id="641" name="Shape 641"/>
        <p:cNvGrpSpPr/>
        <p:nvPr/>
      </p:nvGrpSpPr>
      <p:grpSpPr>
        <a:xfrm>
          <a:off x="0" y="0"/>
          <a:ext cx="0" cy="0"/>
          <a:chOff x="0" y="0"/>
          <a:chExt cx="0" cy="0"/>
        </a:xfrm>
      </p:grpSpPr>
      <p:sp>
        <p:nvSpPr>
          <p:cNvPr id="642" name="Google Shape;642;p74"/>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43" name="Google Shape;643;p74"/>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644" name="Google Shape;644;p74"/>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45" name="Google Shape;645;p74"/>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46" name="Google Shape;646;p74"/>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647" name="Google Shape;647;p74"/>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648" name="Google Shape;648;p74"/>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649" name="Google Shape;649;p7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0" name="Google Shape;650;p74"/>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1" name="Google Shape;651;p74"/>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2" name="Google Shape;652;p74"/>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653" name="Google Shape;653;p74"/>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654" name="Google Shape;654;p74"/>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yellow">
  <p:cSld name="CUSTOM_2_2_3">
    <p:bg>
      <p:bgPr>
        <a:gradFill>
          <a:gsLst>
            <a:gs pos="0">
              <a:schemeClr val="dk1"/>
            </a:gs>
            <a:gs pos="10000">
              <a:schemeClr val="dk1"/>
            </a:gs>
            <a:gs pos="56000">
              <a:srgbClr val="FFF895"/>
            </a:gs>
            <a:gs pos="100000">
              <a:srgbClr val="FFC08F"/>
            </a:gs>
          </a:gsLst>
          <a:lin ang="0" scaled="0"/>
        </a:gradFill>
      </p:bgPr>
    </p:bg>
    <p:spTree>
      <p:nvGrpSpPr>
        <p:cNvPr id="655" name="Shape 655"/>
        <p:cNvGrpSpPr/>
        <p:nvPr/>
      </p:nvGrpSpPr>
      <p:grpSpPr>
        <a:xfrm>
          <a:off x="0" y="0"/>
          <a:ext cx="0" cy="0"/>
          <a:chOff x="0" y="0"/>
          <a:chExt cx="0" cy="0"/>
        </a:xfrm>
      </p:grpSpPr>
      <p:sp>
        <p:nvSpPr>
          <p:cNvPr id="656" name="Google Shape;656;p75"/>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57" name="Google Shape;657;p75"/>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658" name="Google Shape;658;p75"/>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59" name="Google Shape;659;p75"/>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60" name="Google Shape;660;p75"/>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661" name="Google Shape;661;p75"/>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662" name="Google Shape;662;p75"/>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663" name="Google Shape;663;p7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4" name="Google Shape;664;p75"/>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5" name="Google Shape;665;p75"/>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66" name="Google Shape;666;p75"/>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667" name="Google Shape;667;p75"/>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yellow">
  <p:cSld name="CUSTOM_2_2_2">
    <p:bg>
      <p:bgPr>
        <a:gradFill>
          <a:gsLst>
            <a:gs pos="0">
              <a:schemeClr val="dk1"/>
            </a:gs>
            <a:gs pos="10000">
              <a:schemeClr val="dk1"/>
            </a:gs>
            <a:gs pos="56000">
              <a:srgbClr val="FFF895"/>
            </a:gs>
            <a:gs pos="100000">
              <a:srgbClr val="FFC08F"/>
            </a:gs>
          </a:gsLst>
          <a:lin ang="0" scaled="0"/>
        </a:gradFill>
      </p:bgPr>
    </p:bg>
    <p:spTree>
      <p:nvGrpSpPr>
        <p:cNvPr id="668" name="Shape 668"/>
        <p:cNvGrpSpPr/>
        <p:nvPr/>
      </p:nvGrpSpPr>
      <p:grpSpPr>
        <a:xfrm>
          <a:off x="0" y="0"/>
          <a:ext cx="0" cy="0"/>
          <a:chOff x="0" y="0"/>
          <a:chExt cx="0" cy="0"/>
        </a:xfrm>
      </p:grpSpPr>
      <p:sp>
        <p:nvSpPr>
          <p:cNvPr id="669" name="Google Shape;669;p76"/>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70" name="Google Shape;670;p76"/>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671" name="Google Shape;671;p76"/>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72" name="Google Shape;672;p76"/>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73" name="Google Shape;673;p76"/>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674" name="Google Shape;674;p76"/>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675" name="Google Shape;675;p76"/>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676" name="Google Shape;676;p7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7" name="Google Shape;677;p76"/>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8" name="Google Shape;678;p76"/>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79" name="Google Shape;679;p76"/>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680" name="Google Shape;680;p76"/>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681" name="Google Shape;681;p76"/>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violet">
  <p:cSld name="CUSTOM_2_2_1">
    <p:bg>
      <p:bgPr>
        <a:gradFill>
          <a:gsLst>
            <a:gs pos="0">
              <a:schemeClr val="dk1"/>
            </a:gs>
            <a:gs pos="61000">
              <a:srgbClr val="D5C3F7"/>
            </a:gs>
            <a:gs pos="100000">
              <a:srgbClr val="ED92FF"/>
            </a:gs>
          </a:gsLst>
          <a:lin ang="0" scaled="0"/>
        </a:gradFill>
      </p:bgPr>
    </p:bg>
    <p:spTree>
      <p:nvGrpSpPr>
        <p:cNvPr id="682" name="Shape 682"/>
        <p:cNvGrpSpPr/>
        <p:nvPr/>
      </p:nvGrpSpPr>
      <p:grpSpPr>
        <a:xfrm>
          <a:off x="0" y="0"/>
          <a:ext cx="0" cy="0"/>
          <a:chOff x="0" y="0"/>
          <a:chExt cx="0" cy="0"/>
        </a:xfrm>
      </p:grpSpPr>
      <p:sp>
        <p:nvSpPr>
          <p:cNvPr id="683" name="Google Shape;683;p77"/>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84" name="Google Shape;684;p77"/>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685" name="Google Shape;685;p77"/>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86" name="Google Shape;686;p77"/>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87" name="Google Shape;687;p77"/>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688" name="Google Shape;688;p77"/>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689" name="Google Shape;689;p77"/>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690" name="Google Shape;690;p7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1" name="Google Shape;691;p77"/>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2" name="Google Shape;692;p77"/>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3" name="Google Shape;693;p77"/>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694" name="Google Shape;694;p77"/>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695" name="Google Shape;695;p77"/>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violet">
  <p:cSld name="CUSTOM_2_2_1_3">
    <p:bg>
      <p:bgPr>
        <a:gradFill>
          <a:gsLst>
            <a:gs pos="0">
              <a:schemeClr val="dk1"/>
            </a:gs>
            <a:gs pos="61000">
              <a:srgbClr val="D5C3F7"/>
            </a:gs>
            <a:gs pos="100000">
              <a:srgbClr val="ED92FF"/>
            </a:gs>
          </a:gsLst>
          <a:lin ang="0" scaled="0"/>
        </a:gradFill>
      </p:bgPr>
    </p:bg>
    <p:spTree>
      <p:nvGrpSpPr>
        <p:cNvPr id="696" name="Shape 696"/>
        <p:cNvGrpSpPr/>
        <p:nvPr/>
      </p:nvGrpSpPr>
      <p:grpSpPr>
        <a:xfrm>
          <a:off x="0" y="0"/>
          <a:ext cx="0" cy="0"/>
          <a:chOff x="0" y="0"/>
          <a:chExt cx="0" cy="0"/>
        </a:xfrm>
      </p:grpSpPr>
      <p:sp>
        <p:nvSpPr>
          <p:cNvPr id="697" name="Google Shape;697;p78"/>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98" name="Google Shape;698;p78"/>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699" name="Google Shape;699;p78"/>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00" name="Google Shape;700;p78"/>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01" name="Google Shape;701;p78"/>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02" name="Google Shape;702;p78"/>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03" name="Google Shape;703;p78"/>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04" name="Google Shape;704;p7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5" name="Google Shape;705;p78"/>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6" name="Google Shape;706;p78"/>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07" name="Google Shape;707;p78"/>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08" name="Google Shape;708;p78"/>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violet">
  <p:cSld name="CUSTOM_2_2_1_2">
    <p:bg>
      <p:bgPr>
        <a:gradFill>
          <a:gsLst>
            <a:gs pos="0">
              <a:schemeClr val="dk1"/>
            </a:gs>
            <a:gs pos="61000">
              <a:srgbClr val="D5C3F7"/>
            </a:gs>
            <a:gs pos="100000">
              <a:srgbClr val="ED92FF"/>
            </a:gs>
          </a:gsLst>
          <a:lin ang="0" scaled="0"/>
        </a:gradFill>
      </p:bgPr>
    </p:bg>
    <p:spTree>
      <p:nvGrpSpPr>
        <p:cNvPr id="709" name="Shape 709"/>
        <p:cNvGrpSpPr/>
        <p:nvPr/>
      </p:nvGrpSpPr>
      <p:grpSpPr>
        <a:xfrm>
          <a:off x="0" y="0"/>
          <a:ext cx="0" cy="0"/>
          <a:chOff x="0" y="0"/>
          <a:chExt cx="0" cy="0"/>
        </a:xfrm>
      </p:grpSpPr>
      <p:sp>
        <p:nvSpPr>
          <p:cNvPr id="710" name="Google Shape;710;p79"/>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11" name="Google Shape;711;p79"/>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712" name="Google Shape;712;p79"/>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13" name="Google Shape;713;p79"/>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14" name="Google Shape;714;p79"/>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15" name="Google Shape;715;p79"/>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16" name="Google Shape;716;p79"/>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17" name="Google Shape;717;p7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8" name="Google Shape;718;p79"/>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9" name="Google Shape;719;p79"/>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20" name="Google Shape;720;p79"/>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21" name="Google Shape;721;p79"/>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722" name="Google Shape;722;p79"/>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red">
  <p:cSld name="CUSTOM_2_2_1_1">
    <p:bg>
      <p:bgPr>
        <a:gradFill>
          <a:gsLst>
            <a:gs pos="0">
              <a:schemeClr val="dk1"/>
            </a:gs>
            <a:gs pos="72000">
              <a:srgbClr val="FBB0A5"/>
            </a:gs>
            <a:gs pos="100000">
              <a:srgbClr val="FF637D"/>
            </a:gs>
          </a:gsLst>
          <a:lin ang="0" scaled="0"/>
        </a:gradFill>
      </p:bgPr>
    </p:bg>
    <p:spTree>
      <p:nvGrpSpPr>
        <p:cNvPr id="723" name="Shape 723"/>
        <p:cNvGrpSpPr/>
        <p:nvPr/>
      </p:nvGrpSpPr>
      <p:grpSpPr>
        <a:xfrm>
          <a:off x="0" y="0"/>
          <a:ext cx="0" cy="0"/>
          <a:chOff x="0" y="0"/>
          <a:chExt cx="0" cy="0"/>
        </a:xfrm>
      </p:grpSpPr>
      <p:sp>
        <p:nvSpPr>
          <p:cNvPr id="724" name="Google Shape;724;p80"/>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25" name="Google Shape;725;p80"/>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726" name="Google Shape;726;p80"/>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27" name="Google Shape;727;p80"/>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28" name="Google Shape;728;p80"/>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29" name="Google Shape;729;p80"/>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30" name="Google Shape;730;p80"/>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31" name="Google Shape;731;p8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2" name="Google Shape;732;p80"/>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3" name="Google Shape;733;p80"/>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4" name="Google Shape;734;p80"/>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735" name="Google Shape;735;p80"/>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36" name="Google Shape;736;p80"/>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red">
  <p:cSld name="CUSTOM_2_2_1_1_2">
    <p:bg>
      <p:bgPr>
        <a:gradFill>
          <a:gsLst>
            <a:gs pos="0">
              <a:schemeClr val="dk1"/>
            </a:gs>
            <a:gs pos="72000">
              <a:srgbClr val="FBB0A5"/>
            </a:gs>
            <a:gs pos="100000">
              <a:srgbClr val="FF637D"/>
            </a:gs>
          </a:gsLst>
          <a:lin ang="0" scaled="0"/>
        </a:gradFill>
      </p:bgPr>
    </p:bg>
    <p:spTree>
      <p:nvGrpSpPr>
        <p:cNvPr id="737" name="Shape 737"/>
        <p:cNvGrpSpPr/>
        <p:nvPr/>
      </p:nvGrpSpPr>
      <p:grpSpPr>
        <a:xfrm>
          <a:off x="0" y="0"/>
          <a:ext cx="0" cy="0"/>
          <a:chOff x="0" y="0"/>
          <a:chExt cx="0" cy="0"/>
        </a:xfrm>
      </p:grpSpPr>
      <p:sp>
        <p:nvSpPr>
          <p:cNvPr id="738" name="Google Shape;738;p81"/>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39" name="Google Shape;739;p81"/>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740" name="Google Shape;740;p81"/>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41" name="Google Shape;741;p81"/>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42" name="Google Shape;742;p81"/>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43" name="Google Shape;743;p81"/>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44" name="Google Shape;744;p81"/>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45" name="Google Shape;745;p8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6" name="Google Shape;746;p81"/>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7" name="Google Shape;747;p81"/>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48" name="Google Shape;748;p81"/>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49" name="Google Shape;749;p81"/>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red">
  <p:cSld name="CUSTOM_2_2_1_1_1">
    <p:bg>
      <p:bgPr>
        <a:gradFill>
          <a:gsLst>
            <a:gs pos="0">
              <a:schemeClr val="dk1"/>
            </a:gs>
            <a:gs pos="72000">
              <a:srgbClr val="FBB0A5"/>
            </a:gs>
            <a:gs pos="100000">
              <a:srgbClr val="FF637D"/>
            </a:gs>
          </a:gsLst>
          <a:lin ang="0" scaled="0"/>
        </a:gradFill>
      </p:bgPr>
    </p:bg>
    <p:spTree>
      <p:nvGrpSpPr>
        <p:cNvPr id="750" name="Shape 750"/>
        <p:cNvGrpSpPr/>
        <p:nvPr/>
      </p:nvGrpSpPr>
      <p:grpSpPr>
        <a:xfrm>
          <a:off x="0" y="0"/>
          <a:ext cx="0" cy="0"/>
          <a:chOff x="0" y="0"/>
          <a:chExt cx="0" cy="0"/>
        </a:xfrm>
      </p:grpSpPr>
      <p:sp>
        <p:nvSpPr>
          <p:cNvPr id="751" name="Google Shape;751;p82"/>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52" name="Google Shape;752;p82"/>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753" name="Google Shape;753;p82"/>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54" name="Google Shape;754;p82"/>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55" name="Google Shape;755;p82"/>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56" name="Google Shape;756;p82"/>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57" name="Google Shape;757;p82"/>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58" name="Google Shape;758;p8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59" name="Google Shape;759;p82"/>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0" name="Google Shape;760;p82"/>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61" name="Google Shape;761;p82"/>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62" name="Google Shape;762;p82"/>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763" name="Google Shape;763;p82"/>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blue">
  <p:cSld name="CUSTOM_2_3">
    <p:bg>
      <p:bgPr>
        <a:gradFill>
          <a:gsLst>
            <a:gs pos="0">
              <a:schemeClr val="dk1"/>
            </a:gs>
            <a:gs pos="38000">
              <a:schemeClr val="dk1"/>
            </a:gs>
            <a:gs pos="83000">
              <a:srgbClr val="89CCFE"/>
            </a:gs>
            <a:gs pos="100000">
              <a:srgbClr val="868CFE"/>
            </a:gs>
          </a:gsLst>
          <a:lin ang="0" scaled="0"/>
        </a:gradFill>
      </p:bgPr>
    </p:bg>
    <p:spTree>
      <p:nvGrpSpPr>
        <p:cNvPr id="764" name="Shape 764"/>
        <p:cNvGrpSpPr/>
        <p:nvPr/>
      </p:nvGrpSpPr>
      <p:grpSpPr>
        <a:xfrm>
          <a:off x="0" y="0"/>
          <a:ext cx="0" cy="0"/>
          <a:chOff x="0" y="0"/>
          <a:chExt cx="0" cy="0"/>
        </a:xfrm>
      </p:grpSpPr>
      <p:sp>
        <p:nvSpPr>
          <p:cNvPr id="765" name="Google Shape;765;p83"/>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66" name="Google Shape;766;p83"/>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767" name="Google Shape;767;p83"/>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68" name="Google Shape;768;p83"/>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69" name="Google Shape;769;p83"/>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70" name="Google Shape;770;p83"/>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71" name="Google Shape;771;p83"/>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72" name="Google Shape;772;p8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3" name="Google Shape;773;p83"/>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4" name="Google Shape;774;p83"/>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5" name="Google Shape;775;p83"/>
          <p:cNvSpPr/>
          <p:nvPr/>
        </p:nvSpPr>
        <p:spPr>
          <a:xfrm>
            <a:off x="243510" y="4665435"/>
            <a:ext cx="237583" cy="238625"/>
          </a:xfrm>
          <a:prstGeom prst="rect">
            <a:avLst/>
          </a:prstGeom>
          <a:noFill/>
          <a:ln>
            <a:noFill/>
          </a:ln>
        </p:spPr>
      </p:sp>
      <p:pic>
        <p:nvPicPr>
          <p:cNvPr id="776" name="Google Shape;776;p8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1">
  <p:cSld name="TITLE_AND_BODY_2_1_1_3">
    <p:bg>
      <p:bgPr>
        <a:gradFill>
          <a:gsLst>
            <a:gs pos="0">
              <a:schemeClr val="dk1"/>
            </a:gs>
            <a:gs pos="29000">
              <a:schemeClr val="dk1"/>
            </a:gs>
            <a:gs pos="71000">
              <a:srgbClr val="89CCFE"/>
            </a:gs>
            <a:gs pos="100000">
              <a:srgbClr val="868CFE"/>
            </a:gs>
          </a:gsLst>
          <a:lin ang="5400700" scaled="0"/>
        </a:gradFill>
      </p:bgPr>
    </p:bg>
    <p:spTree>
      <p:nvGrpSpPr>
        <p:cNvPr id="777" name="Shape 777"/>
        <p:cNvGrpSpPr/>
        <p:nvPr/>
      </p:nvGrpSpPr>
      <p:grpSpPr>
        <a:xfrm>
          <a:off x="0" y="0"/>
          <a:ext cx="0" cy="0"/>
          <a:chOff x="0" y="0"/>
          <a:chExt cx="0" cy="0"/>
        </a:xfrm>
      </p:grpSpPr>
      <p:pic>
        <p:nvPicPr>
          <p:cNvPr id="778" name="Google Shape;778;p84"/>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779" name="Google Shape;779;p84"/>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80" name="Google Shape;780;p84"/>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781" name="Google Shape;781;p84"/>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782" name="Google Shape;782;p84"/>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783" name="Google Shape;783;p8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4" name="Google Shape;784;p84"/>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785" name="Google Shape;785;p84"/>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786" name="Google Shape;786;p84"/>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87" name="Google Shape;787;p84"/>
          <p:cNvSpPr/>
          <p:nvPr/>
        </p:nvSpPr>
        <p:spPr>
          <a:xfrm>
            <a:off x="243510" y="4665435"/>
            <a:ext cx="237583" cy="238625"/>
          </a:xfrm>
          <a:prstGeom prst="rect">
            <a:avLst/>
          </a:prstGeom>
          <a:noFill/>
          <a:ln>
            <a:noFill/>
          </a:ln>
        </p:spPr>
      </p:sp>
      <p:sp>
        <p:nvSpPr>
          <p:cNvPr id="788" name="Google Shape;788;p84"/>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_1" showMasterSp="0">
  <p:cSld name="TITLE_AND_BODY_2_1">
    <p:bg>
      <p:bgPr>
        <a:gradFill>
          <a:gsLst>
            <a:gs pos="0">
              <a:srgbClr val="FFFFFF"/>
            </a:gs>
            <a:gs pos="38000">
              <a:srgbClr val="FFFFFF"/>
            </a:gs>
            <a:gs pos="83000">
              <a:srgbClr val="89CCFE"/>
            </a:gs>
            <a:gs pos="100000">
              <a:srgbClr val="868CFE"/>
            </a:gs>
          </a:gsLst>
          <a:lin ang="16198662" scaled="0"/>
        </a:gradFill>
      </p:bgPr>
    </p:bg>
    <p:spTree>
      <p:nvGrpSpPr>
        <p:cNvPr id="789" name="Shape 789"/>
        <p:cNvGrpSpPr/>
        <p:nvPr/>
      </p:nvGrpSpPr>
      <p:grpSpPr>
        <a:xfrm>
          <a:off x="0" y="0"/>
          <a:ext cx="0" cy="0"/>
          <a:chOff x="0" y="0"/>
          <a:chExt cx="0" cy="0"/>
        </a:xfrm>
      </p:grpSpPr>
      <p:cxnSp>
        <p:nvCxnSpPr>
          <p:cNvPr id="790" name="Google Shape;790;p85"/>
          <p:cNvCxnSpPr/>
          <p:nvPr/>
        </p:nvCxnSpPr>
        <p:spPr>
          <a:xfrm>
            <a:off x="-14868" y="4744446"/>
            <a:ext cx="9144000" cy="0"/>
          </a:xfrm>
          <a:prstGeom prst="straightConnector1">
            <a:avLst/>
          </a:prstGeom>
          <a:noFill/>
          <a:ln cap="flat" cmpd="sng" w="12700">
            <a:solidFill>
              <a:srgbClr val="151810"/>
            </a:solidFill>
            <a:prstDash val="solid"/>
            <a:round/>
            <a:headEnd len="sm" w="sm" type="none"/>
            <a:tailEnd len="sm" w="sm" type="none"/>
          </a:ln>
        </p:spPr>
      </p:cxnSp>
      <p:cxnSp>
        <p:nvCxnSpPr>
          <p:cNvPr id="791" name="Google Shape;791;p85"/>
          <p:cNvCxnSpPr/>
          <p:nvPr/>
        </p:nvCxnSpPr>
        <p:spPr>
          <a:xfrm rot="10800000">
            <a:off x="7097492" y="4744361"/>
            <a:ext cx="0" cy="408300"/>
          </a:xfrm>
          <a:prstGeom prst="straightConnector1">
            <a:avLst/>
          </a:prstGeom>
          <a:noFill/>
          <a:ln cap="flat" cmpd="sng" w="12700">
            <a:solidFill>
              <a:srgbClr val="20271C"/>
            </a:solidFill>
            <a:prstDash val="solid"/>
            <a:round/>
            <a:headEnd len="sm" w="sm" type="none"/>
            <a:tailEnd len="sm" w="sm" type="none"/>
          </a:ln>
        </p:spPr>
      </p:cxnSp>
      <p:cxnSp>
        <p:nvCxnSpPr>
          <p:cNvPr id="792" name="Google Shape;792;p85"/>
          <p:cNvCxnSpPr/>
          <p:nvPr/>
        </p:nvCxnSpPr>
        <p:spPr>
          <a:xfrm rot="10800000">
            <a:off x="542944" y="4744361"/>
            <a:ext cx="0" cy="408300"/>
          </a:xfrm>
          <a:prstGeom prst="straightConnector1">
            <a:avLst/>
          </a:prstGeom>
          <a:noFill/>
          <a:ln cap="flat" cmpd="sng" w="12700">
            <a:solidFill>
              <a:srgbClr val="20271C"/>
            </a:solidFill>
            <a:prstDash val="solid"/>
            <a:round/>
            <a:headEnd len="sm" w="sm" type="none"/>
            <a:tailEnd len="sm" w="sm" type="none"/>
          </a:ln>
        </p:spPr>
      </p:cxnSp>
      <p:sp>
        <p:nvSpPr>
          <p:cNvPr id="793" name="Google Shape;793;p85"/>
          <p:cNvSpPr/>
          <p:nvPr/>
        </p:nvSpPr>
        <p:spPr>
          <a:xfrm>
            <a:off x="7060568"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sp>
        <p:nvSpPr>
          <p:cNvPr id="794" name="Google Shape;794;p85"/>
          <p:cNvSpPr/>
          <p:nvPr/>
        </p:nvSpPr>
        <p:spPr>
          <a:xfrm>
            <a:off x="506019"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pic>
        <p:nvPicPr>
          <p:cNvPr descr="Google Shape;27;p12" id="795" name="Google Shape;795;p85"/>
          <p:cNvPicPr preferRelativeResize="0"/>
          <p:nvPr/>
        </p:nvPicPr>
        <p:blipFill rotWithShape="1">
          <a:blip r:embed="rId2">
            <a:alphaModFix/>
          </a:blip>
          <a:srcRect b="0" l="0" r="0" t="0"/>
          <a:stretch/>
        </p:blipFill>
        <p:spPr>
          <a:xfrm>
            <a:off x="228642" y="4821551"/>
            <a:ext cx="237584" cy="238626"/>
          </a:xfrm>
          <a:prstGeom prst="rect">
            <a:avLst/>
          </a:prstGeom>
          <a:noFill/>
          <a:ln>
            <a:noFill/>
          </a:ln>
        </p:spPr>
      </p:pic>
      <p:pic>
        <p:nvPicPr>
          <p:cNvPr descr="Google Shape;28;p12" id="796" name="Google Shape;796;p85"/>
          <p:cNvPicPr preferRelativeResize="0"/>
          <p:nvPr/>
        </p:nvPicPr>
        <p:blipFill rotWithShape="1">
          <a:blip r:embed="rId3">
            <a:alphaModFix/>
          </a:blip>
          <a:srcRect b="0" l="0" r="0" t="0"/>
          <a:stretch/>
        </p:blipFill>
        <p:spPr>
          <a:xfrm>
            <a:off x="7209618" y="4850581"/>
            <a:ext cx="1666535" cy="201386"/>
          </a:xfrm>
          <a:prstGeom prst="rect">
            <a:avLst/>
          </a:prstGeom>
          <a:noFill/>
          <a:ln>
            <a:noFill/>
          </a:ln>
        </p:spPr>
      </p:pic>
      <p:sp>
        <p:nvSpPr>
          <p:cNvPr id="797" name="Google Shape;797;p85"/>
          <p:cNvSpPr txBox="1"/>
          <p:nvPr>
            <p:ph type="title"/>
          </p:nvPr>
        </p:nvSpPr>
        <p:spPr>
          <a:xfrm>
            <a:off x="362300" y="342549"/>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nter"/>
              <a:buNone/>
              <a:defRPr sz="2300">
                <a:latin typeface="Inter"/>
                <a:ea typeface="Inter"/>
                <a:cs typeface="Inter"/>
                <a:sym typeface="Inter"/>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98" name="Google Shape;798;p85"/>
          <p:cNvSpPr txBox="1"/>
          <p:nvPr>
            <p:ph idx="1" type="body"/>
          </p:nvPr>
        </p:nvSpPr>
        <p:spPr>
          <a:xfrm>
            <a:off x="305263" y="914406"/>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atin typeface="Inter"/>
                <a:ea typeface="Inter"/>
                <a:cs typeface="Inter"/>
                <a:sym typeface="Inter"/>
              </a:defRPr>
            </a:lvl2pPr>
            <a:lvl3pPr indent="-304800" lvl="2" marL="1371600" algn="l">
              <a:lnSpc>
                <a:spcPct val="150000"/>
              </a:lnSpc>
              <a:spcBef>
                <a:spcPts val="0"/>
              </a:spcBef>
              <a:spcAft>
                <a:spcPts val="0"/>
              </a:spcAft>
              <a:buSzPts val="1200"/>
              <a:buChar char="■"/>
              <a:defRPr>
                <a:latin typeface="Inter"/>
                <a:ea typeface="Inter"/>
                <a:cs typeface="Inter"/>
                <a:sym typeface="Inter"/>
              </a:defRPr>
            </a:lvl3pPr>
            <a:lvl4pPr indent="-304800" lvl="3" marL="1828800" algn="l">
              <a:lnSpc>
                <a:spcPct val="150000"/>
              </a:lnSpc>
              <a:spcBef>
                <a:spcPts val="0"/>
              </a:spcBef>
              <a:spcAft>
                <a:spcPts val="0"/>
              </a:spcAft>
              <a:buSzPts val="1200"/>
              <a:buChar char="●"/>
              <a:defRPr>
                <a:latin typeface="Inter"/>
                <a:ea typeface="Inter"/>
                <a:cs typeface="Inter"/>
                <a:sym typeface="Inter"/>
              </a:defRPr>
            </a:lvl4pPr>
            <a:lvl5pPr indent="-304800" lvl="4" marL="2286000" algn="l">
              <a:lnSpc>
                <a:spcPct val="150000"/>
              </a:lnSpc>
              <a:spcBef>
                <a:spcPts val="0"/>
              </a:spcBef>
              <a:spcAft>
                <a:spcPts val="0"/>
              </a:spcAft>
              <a:buSzPts val="1200"/>
              <a:buChar char="○"/>
              <a:defRPr>
                <a:latin typeface="Inter"/>
                <a:ea typeface="Inter"/>
                <a:cs typeface="Inter"/>
                <a:sym typeface="Inte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
        <p:nvSpPr>
          <p:cNvPr id="799" name="Google Shape;799;p85"/>
          <p:cNvSpPr txBox="1"/>
          <p:nvPr>
            <p:ph idx="12" type="sldNum"/>
          </p:nvPr>
        </p:nvSpPr>
        <p:spPr>
          <a:xfrm>
            <a:off x="4419600" y="4627562"/>
            <a:ext cx="2133600" cy="276900"/>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2">
  <p:cSld name="TITLE_AND_BODY_2_1_1_4">
    <p:bg>
      <p:bgPr>
        <a:gradFill>
          <a:gsLst>
            <a:gs pos="0">
              <a:schemeClr val="dk1"/>
            </a:gs>
            <a:gs pos="29000">
              <a:schemeClr val="dk1"/>
            </a:gs>
            <a:gs pos="71000">
              <a:srgbClr val="89CCFE"/>
            </a:gs>
            <a:gs pos="100000">
              <a:srgbClr val="868CFE"/>
            </a:gs>
          </a:gsLst>
          <a:lin ang="5400700" scaled="0"/>
        </a:gradFill>
      </p:bgPr>
    </p:bg>
    <p:spTree>
      <p:nvGrpSpPr>
        <p:cNvPr id="800" name="Shape 800"/>
        <p:cNvGrpSpPr/>
        <p:nvPr/>
      </p:nvGrpSpPr>
      <p:grpSpPr>
        <a:xfrm>
          <a:off x="0" y="0"/>
          <a:ext cx="0" cy="0"/>
          <a:chOff x="0" y="0"/>
          <a:chExt cx="0" cy="0"/>
        </a:xfrm>
      </p:grpSpPr>
      <p:pic>
        <p:nvPicPr>
          <p:cNvPr id="801" name="Google Shape;801;p86"/>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802" name="Google Shape;802;p86"/>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03" name="Google Shape;803;p86"/>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804" name="Google Shape;804;p86"/>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805" name="Google Shape;805;p86"/>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806" name="Google Shape;806;p8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7" name="Google Shape;807;p86"/>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08" name="Google Shape;808;p86"/>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809" name="Google Shape;809;p86"/>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0" name="Google Shape;810;p86"/>
          <p:cNvSpPr/>
          <p:nvPr/>
        </p:nvSpPr>
        <p:spPr>
          <a:xfrm>
            <a:off x="243510" y="4665435"/>
            <a:ext cx="237583" cy="238625"/>
          </a:xfrm>
          <a:prstGeom prst="rect">
            <a:avLst/>
          </a:prstGeom>
          <a:noFill/>
          <a:ln>
            <a:noFill/>
          </a:ln>
        </p:spPr>
      </p:sp>
      <p:sp>
        <p:nvSpPr>
          <p:cNvPr id="811" name="Google Shape;811;p86"/>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ight" type="tx">
  <p:cSld name="TITLE_AND_BODY">
    <p:spTree>
      <p:nvGrpSpPr>
        <p:cNvPr id="812" name="Shape 812"/>
        <p:cNvGrpSpPr/>
        <p:nvPr/>
      </p:nvGrpSpPr>
      <p:grpSpPr>
        <a:xfrm>
          <a:off x="0" y="0"/>
          <a:ext cx="0" cy="0"/>
          <a:chOff x="0" y="0"/>
          <a:chExt cx="0" cy="0"/>
        </a:xfrm>
      </p:grpSpPr>
      <p:pic>
        <p:nvPicPr>
          <p:cNvPr id="813" name="Google Shape;813;p87" title="bg 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814" name="Google Shape;814;p87"/>
          <p:cNvSpPr txBox="1"/>
          <p:nvPr>
            <p:ph type="title"/>
          </p:nvPr>
        </p:nvSpPr>
        <p:spPr>
          <a:xfrm>
            <a:off x="311700" y="286275"/>
            <a:ext cx="8520600" cy="5727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5" name="Google Shape;815;p87"/>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points - dark">
  <p:cSld name="CUSTOM_6_1">
    <p:spTree>
      <p:nvGrpSpPr>
        <p:cNvPr id="816" name="Shape 816"/>
        <p:cNvGrpSpPr/>
        <p:nvPr/>
      </p:nvGrpSpPr>
      <p:grpSpPr>
        <a:xfrm>
          <a:off x="0" y="0"/>
          <a:ext cx="0" cy="0"/>
          <a:chOff x="0" y="0"/>
          <a:chExt cx="0" cy="0"/>
        </a:xfrm>
      </p:grpSpPr>
      <p:pic>
        <p:nvPicPr>
          <p:cNvPr id="817" name="Google Shape;817;p88"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818" name="Google Shape;818;p88"/>
          <p:cNvSpPr txBox="1"/>
          <p:nvPr>
            <p:ph type="title"/>
          </p:nvPr>
        </p:nvSpPr>
        <p:spPr>
          <a:xfrm>
            <a:off x="311700" y="286263"/>
            <a:ext cx="8520600" cy="572700"/>
          </a:xfrm>
          <a:prstGeom prst="rect">
            <a:avLst/>
          </a:prstGeom>
        </p:spPr>
        <p:txBody>
          <a:bodyPr anchorCtr="0" anchor="t" bIns="0" lIns="0" spcFirstLastPara="1" rIns="0" wrap="square" tIns="0">
            <a:normAutofit/>
          </a:bodyPr>
          <a:lstStyle>
            <a:lvl1pPr lvl="0">
              <a:spcBef>
                <a:spcPts val="0"/>
              </a:spcBef>
              <a:spcAft>
                <a:spcPts val="0"/>
              </a:spcAft>
              <a:buClr>
                <a:srgbClr val="80C8FF"/>
              </a:buClr>
              <a:buSzPts val="28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9" name="Google Shape;819;p88"/>
          <p:cNvSpPr txBox="1"/>
          <p:nvPr>
            <p:ph idx="1" type="subTitle"/>
          </p:nvPr>
        </p:nvSpPr>
        <p:spPr>
          <a:xfrm>
            <a:off x="1502700" y="1367200"/>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0" name="Google Shape;820;p88"/>
          <p:cNvSpPr txBox="1"/>
          <p:nvPr>
            <p:ph idx="2" type="subTitle"/>
          </p:nvPr>
        </p:nvSpPr>
        <p:spPr>
          <a:xfrm>
            <a:off x="1502700" y="1948725"/>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1" name="Google Shape;821;p88"/>
          <p:cNvSpPr txBox="1"/>
          <p:nvPr>
            <p:ph idx="3" type="subTitle"/>
          </p:nvPr>
        </p:nvSpPr>
        <p:spPr>
          <a:xfrm>
            <a:off x="1502700" y="2530250"/>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2" name="Google Shape;822;p88"/>
          <p:cNvSpPr txBox="1"/>
          <p:nvPr>
            <p:ph idx="4" type="subTitle"/>
          </p:nvPr>
        </p:nvSpPr>
        <p:spPr>
          <a:xfrm>
            <a:off x="1502700" y="3111775"/>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3" name="Google Shape;823;p88"/>
          <p:cNvSpPr txBox="1"/>
          <p:nvPr>
            <p:ph idx="5" type="subTitle"/>
          </p:nvPr>
        </p:nvSpPr>
        <p:spPr>
          <a:xfrm>
            <a:off x="1502700" y="3693300"/>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4" name="Google Shape;824;p88"/>
          <p:cNvSpPr txBox="1"/>
          <p:nvPr>
            <p:ph idx="6" type="subTitle"/>
          </p:nvPr>
        </p:nvSpPr>
        <p:spPr>
          <a:xfrm>
            <a:off x="311700" y="1367200"/>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
        <p:nvSpPr>
          <p:cNvPr id="825" name="Google Shape;825;p88"/>
          <p:cNvSpPr txBox="1"/>
          <p:nvPr>
            <p:ph idx="7" type="subTitle"/>
          </p:nvPr>
        </p:nvSpPr>
        <p:spPr>
          <a:xfrm>
            <a:off x="311700" y="1948725"/>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
        <p:nvSpPr>
          <p:cNvPr id="826" name="Google Shape;826;p88"/>
          <p:cNvSpPr txBox="1"/>
          <p:nvPr>
            <p:ph idx="8" type="subTitle"/>
          </p:nvPr>
        </p:nvSpPr>
        <p:spPr>
          <a:xfrm>
            <a:off x="311700" y="2530250"/>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
        <p:nvSpPr>
          <p:cNvPr id="827" name="Google Shape;827;p88"/>
          <p:cNvSpPr txBox="1"/>
          <p:nvPr>
            <p:ph idx="9" type="subTitle"/>
          </p:nvPr>
        </p:nvSpPr>
        <p:spPr>
          <a:xfrm>
            <a:off x="311700" y="3111775"/>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
        <p:nvSpPr>
          <p:cNvPr id="828" name="Google Shape;828;p88"/>
          <p:cNvSpPr txBox="1"/>
          <p:nvPr>
            <p:ph idx="13" type="subTitle"/>
          </p:nvPr>
        </p:nvSpPr>
        <p:spPr>
          <a:xfrm>
            <a:off x="311700" y="3693300"/>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p:cSld name="CUSTOM_1">
    <p:bg>
      <p:bgPr>
        <a:gradFill>
          <a:gsLst>
            <a:gs pos="0">
              <a:schemeClr val="dk1"/>
            </a:gs>
            <a:gs pos="22000">
              <a:schemeClr val="dk1"/>
            </a:gs>
            <a:gs pos="68000">
              <a:srgbClr val="89CCFE"/>
            </a:gs>
            <a:gs pos="100000">
              <a:srgbClr val="868CFE"/>
            </a:gs>
          </a:gsLst>
          <a:lin ang="16198662" scaled="0"/>
        </a:gradFill>
      </p:bgPr>
    </p:bg>
    <p:spTree>
      <p:nvGrpSpPr>
        <p:cNvPr id="832" name="Shape 832"/>
        <p:cNvGrpSpPr/>
        <p:nvPr/>
      </p:nvGrpSpPr>
      <p:grpSpPr>
        <a:xfrm>
          <a:off x="0" y="0"/>
          <a:ext cx="0" cy="0"/>
          <a:chOff x="0" y="0"/>
          <a:chExt cx="0" cy="0"/>
        </a:xfrm>
      </p:grpSpPr>
      <p:pic>
        <p:nvPicPr>
          <p:cNvPr id="833" name="Google Shape;833;p90"/>
          <p:cNvPicPr preferRelativeResize="0"/>
          <p:nvPr/>
        </p:nvPicPr>
        <p:blipFill rotWithShape="1">
          <a:blip r:embed="rId2">
            <a:alphaModFix/>
          </a:blip>
          <a:srcRect b="0" l="0" r="0" t="0"/>
          <a:stretch/>
        </p:blipFill>
        <p:spPr>
          <a:xfrm>
            <a:off x="0" y="0"/>
            <a:ext cx="9144003" cy="5143501"/>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p:cSld name="title_logo_blue">
    <p:bg>
      <p:bgPr>
        <a:gradFill>
          <a:gsLst>
            <a:gs pos="0">
              <a:schemeClr val="dk1"/>
            </a:gs>
            <a:gs pos="29000">
              <a:schemeClr val="dk1"/>
            </a:gs>
            <a:gs pos="71000">
              <a:srgbClr val="89CCFE"/>
            </a:gs>
            <a:gs pos="100000">
              <a:srgbClr val="868CFE"/>
            </a:gs>
          </a:gsLst>
          <a:lin ang="5400700" scaled="0"/>
        </a:gradFill>
      </p:bgPr>
    </p:bg>
    <p:spTree>
      <p:nvGrpSpPr>
        <p:cNvPr id="834" name="Shape 834"/>
        <p:cNvGrpSpPr/>
        <p:nvPr/>
      </p:nvGrpSpPr>
      <p:grpSpPr>
        <a:xfrm>
          <a:off x="0" y="0"/>
          <a:ext cx="0" cy="0"/>
          <a:chOff x="0" y="0"/>
          <a:chExt cx="0" cy="0"/>
        </a:xfrm>
      </p:grpSpPr>
      <p:pic>
        <p:nvPicPr>
          <p:cNvPr id="835" name="Google Shape;835;p91"/>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836" name="Google Shape;836;p91"/>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37" name="Google Shape;837;p91"/>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838" name="Google Shape;838;p91"/>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839" name="Google Shape;839;p91"/>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840" name="Google Shape;840;p9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1" name="Google Shape;841;p91"/>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42" name="Google Shape;842;p9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843" name="Google Shape;843;p91"/>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844" name="Google Shape;844;p91"/>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845" name="Google Shape;845;p91"/>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violet">
  <p:cSld name="CUSTOM_2_2_1_3">
    <p:bg>
      <p:bgPr>
        <a:gradFill>
          <a:gsLst>
            <a:gs pos="0">
              <a:schemeClr val="dk1"/>
            </a:gs>
            <a:gs pos="61000">
              <a:srgbClr val="D5C3F7"/>
            </a:gs>
            <a:gs pos="100000">
              <a:srgbClr val="ED92FF"/>
            </a:gs>
          </a:gsLst>
          <a:lin ang="0" scaled="0"/>
        </a:gradFill>
      </p:bgPr>
    </p:bg>
    <p:spTree>
      <p:nvGrpSpPr>
        <p:cNvPr id="846" name="Shape 846"/>
        <p:cNvGrpSpPr/>
        <p:nvPr/>
      </p:nvGrpSpPr>
      <p:grpSpPr>
        <a:xfrm>
          <a:off x="0" y="0"/>
          <a:ext cx="0" cy="0"/>
          <a:chOff x="0" y="0"/>
          <a:chExt cx="0" cy="0"/>
        </a:xfrm>
      </p:grpSpPr>
      <p:sp>
        <p:nvSpPr>
          <p:cNvPr id="847" name="Google Shape;847;p92"/>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848" name="Google Shape;848;p92"/>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849" name="Google Shape;849;p92"/>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50" name="Google Shape;850;p92"/>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851" name="Google Shape;851;p92"/>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852" name="Google Shape;852;p92"/>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853" name="Google Shape;853;p92"/>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854" name="Google Shape;854;p9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5" name="Google Shape;855;p92"/>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6" name="Google Shape;856;p92"/>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857" name="Google Shape;857;p92"/>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858" name="Google Shape;858;p92"/>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blue">
  <p:cSld name="CUSTOM_4_1">
    <p:bg>
      <p:bgPr>
        <a:gradFill>
          <a:gsLst>
            <a:gs pos="0">
              <a:schemeClr val="dk1"/>
            </a:gs>
            <a:gs pos="38000">
              <a:schemeClr val="dk1"/>
            </a:gs>
            <a:gs pos="83000">
              <a:srgbClr val="89CCFE"/>
            </a:gs>
            <a:gs pos="100000">
              <a:srgbClr val="868CFE"/>
            </a:gs>
          </a:gsLst>
          <a:lin ang="16198662" scaled="0"/>
        </a:gradFill>
      </p:bgPr>
    </p:bg>
    <p:spTree>
      <p:nvGrpSpPr>
        <p:cNvPr id="859" name="Shape 859"/>
        <p:cNvGrpSpPr/>
        <p:nvPr/>
      </p:nvGrpSpPr>
      <p:grpSpPr>
        <a:xfrm>
          <a:off x="0" y="0"/>
          <a:ext cx="0" cy="0"/>
          <a:chOff x="0" y="0"/>
          <a:chExt cx="0" cy="0"/>
        </a:xfrm>
      </p:grpSpPr>
      <p:sp>
        <p:nvSpPr>
          <p:cNvPr id="860" name="Google Shape;860;p93"/>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861" name="Google Shape;861;p93"/>
          <p:cNvPicPr preferRelativeResize="0"/>
          <p:nvPr/>
        </p:nvPicPr>
        <p:blipFill rotWithShape="1">
          <a:blip r:embed="rId2">
            <a:alphaModFix/>
          </a:blip>
          <a:srcRect b="0" l="0" r="0" t="0"/>
          <a:stretch/>
        </p:blipFill>
        <p:spPr>
          <a:xfrm rot="10800000">
            <a:off x="146950" y="1547950"/>
            <a:ext cx="866800" cy="3448600"/>
          </a:xfrm>
          <a:prstGeom prst="rect">
            <a:avLst/>
          </a:prstGeom>
          <a:noFill/>
          <a:ln>
            <a:noFill/>
          </a:ln>
        </p:spPr>
      </p:pic>
      <p:sp>
        <p:nvSpPr>
          <p:cNvPr id="862" name="Google Shape;862;p93"/>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63" name="Google Shape;863;p9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864" name="Google Shape;864;p93"/>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865" name="Google Shape;865;p93"/>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866" name="Google Shape;866;p93"/>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867" name="Google Shape;867;p9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8" name="Google Shape;868;p93"/>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69" name="Google Shape;869;p93"/>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870" name="Google Shape;870;p93"/>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1" name="Google Shape;871;p93"/>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_blue">
  <p:cSld name="2_plain_blue">
    <p:bg>
      <p:bgPr>
        <a:gradFill>
          <a:gsLst>
            <a:gs pos="0">
              <a:schemeClr val="dk1"/>
            </a:gs>
            <a:gs pos="83000">
              <a:schemeClr val="dk1"/>
            </a:gs>
            <a:gs pos="96000">
              <a:srgbClr val="89CCFE"/>
            </a:gs>
            <a:gs pos="100000">
              <a:srgbClr val="868CFE"/>
            </a:gs>
          </a:gsLst>
          <a:lin ang="16198662" scaled="0"/>
        </a:gradFill>
      </p:bgPr>
    </p:bg>
    <p:spTree>
      <p:nvGrpSpPr>
        <p:cNvPr id="872" name="Shape 872"/>
        <p:cNvGrpSpPr/>
        <p:nvPr/>
      </p:nvGrpSpPr>
      <p:grpSpPr>
        <a:xfrm>
          <a:off x="0" y="0"/>
          <a:ext cx="0" cy="0"/>
          <a:chOff x="0" y="0"/>
          <a:chExt cx="0" cy="0"/>
        </a:xfrm>
      </p:grpSpPr>
      <p:cxnSp>
        <p:nvCxnSpPr>
          <p:cNvPr id="873" name="Google Shape;873;p94"/>
          <p:cNvCxnSpPr/>
          <p:nvPr/>
        </p:nvCxnSpPr>
        <p:spPr>
          <a:xfrm>
            <a:off x="-14868" y="4744446"/>
            <a:ext cx="9144000" cy="0"/>
          </a:xfrm>
          <a:prstGeom prst="straightConnector1">
            <a:avLst/>
          </a:prstGeom>
          <a:noFill/>
          <a:ln cap="flat" cmpd="sng" w="12700">
            <a:solidFill>
              <a:schemeClr val="lt1"/>
            </a:solidFill>
            <a:prstDash val="solid"/>
            <a:round/>
            <a:headEnd len="sm" w="sm" type="none"/>
            <a:tailEnd len="sm" w="sm" type="none"/>
          </a:ln>
        </p:spPr>
      </p:cxnSp>
      <p:cxnSp>
        <p:nvCxnSpPr>
          <p:cNvPr id="874" name="Google Shape;874;p94"/>
          <p:cNvCxnSpPr/>
          <p:nvPr/>
        </p:nvCxnSpPr>
        <p:spPr>
          <a:xfrm rot="10800000">
            <a:off x="7206141" y="4744360"/>
            <a:ext cx="0" cy="408300"/>
          </a:xfrm>
          <a:prstGeom prst="straightConnector1">
            <a:avLst/>
          </a:prstGeom>
          <a:noFill/>
          <a:ln cap="flat" cmpd="sng" w="12700">
            <a:solidFill>
              <a:srgbClr val="20271C"/>
            </a:solidFill>
            <a:prstDash val="solid"/>
            <a:round/>
            <a:headEnd len="sm" w="sm" type="none"/>
            <a:tailEnd len="sm" w="sm" type="none"/>
          </a:ln>
        </p:spPr>
      </p:cxnSp>
      <p:cxnSp>
        <p:nvCxnSpPr>
          <p:cNvPr id="875" name="Google Shape;875;p94"/>
          <p:cNvCxnSpPr/>
          <p:nvPr/>
        </p:nvCxnSpPr>
        <p:spPr>
          <a:xfrm rot="10800000">
            <a:off x="431756" y="4744360"/>
            <a:ext cx="0" cy="408300"/>
          </a:xfrm>
          <a:prstGeom prst="straightConnector1">
            <a:avLst/>
          </a:prstGeom>
          <a:noFill/>
          <a:ln cap="flat" cmpd="sng" w="12700">
            <a:solidFill>
              <a:srgbClr val="20271C"/>
            </a:solidFill>
            <a:prstDash val="solid"/>
            <a:round/>
            <a:headEnd len="sm" w="sm" type="none"/>
            <a:tailEnd len="sm" w="sm" type="none"/>
          </a:ln>
        </p:spPr>
      </p:cxnSp>
      <p:sp>
        <p:nvSpPr>
          <p:cNvPr id="876" name="Google Shape;876;p94"/>
          <p:cNvSpPr/>
          <p:nvPr/>
        </p:nvSpPr>
        <p:spPr>
          <a:xfrm>
            <a:off x="7170440" y="4708790"/>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7" name="Google Shape;877;p94"/>
          <p:cNvSpPr/>
          <p:nvPr/>
        </p:nvSpPr>
        <p:spPr>
          <a:xfrm>
            <a:off x="396055" y="4708790"/>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78" name="Google Shape;878;p94"/>
          <p:cNvPicPr preferRelativeResize="0"/>
          <p:nvPr/>
        </p:nvPicPr>
        <p:blipFill rotWithShape="1">
          <a:blip r:embed="rId2">
            <a:alphaModFix/>
          </a:blip>
          <a:srcRect b="0" l="0" r="0" t="0"/>
          <a:stretch/>
        </p:blipFill>
        <p:spPr>
          <a:xfrm>
            <a:off x="84256" y="4821552"/>
            <a:ext cx="237583" cy="238625"/>
          </a:xfrm>
          <a:prstGeom prst="rect">
            <a:avLst/>
          </a:prstGeom>
          <a:noFill/>
          <a:ln>
            <a:noFill/>
          </a:ln>
        </p:spPr>
      </p:pic>
      <p:pic>
        <p:nvPicPr>
          <p:cNvPr id="879" name="Google Shape;879;p94"/>
          <p:cNvPicPr preferRelativeResize="0"/>
          <p:nvPr/>
        </p:nvPicPr>
        <p:blipFill rotWithShape="1">
          <a:blip r:embed="rId3">
            <a:alphaModFix/>
          </a:blip>
          <a:srcRect b="0" l="0" r="0" t="0"/>
          <a:stretch/>
        </p:blipFill>
        <p:spPr>
          <a:xfrm>
            <a:off x="7352358" y="4850581"/>
            <a:ext cx="1666535" cy="201385"/>
          </a:xfrm>
          <a:prstGeom prst="rect">
            <a:avLst/>
          </a:prstGeom>
          <a:noFill/>
          <a:ln>
            <a:noFill/>
          </a:ln>
        </p:spPr>
      </p:pic>
      <p:sp>
        <p:nvSpPr>
          <p:cNvPr id="880" name="Google Shape;880;p94"/>
          <p:cNvSpPr txBox="1"/>
          <p:nvPr>
            <p:ph type="title"/>
          </p:nvPr>
        </p:nvSpPr>
        <p:spPr>
          <a:xfrm>
            <a:off x="203047" y="209648"/>
            <a:ext cx="6241800" cy="3789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81" name="Google Shape;881;p94"/>
          <p:cNvSpPr txBox="1"/>
          <p:nvPr>
            <p:ph idx="1" type="body"/>
          </p:nvPr>
        </p:nvSpPr>
        <p:spPr>
          <a:xfrm>
            <a:off x="154458" y="930874"/>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_1" showMasterSp="0">
  <p:cSld name="TITLE_AND_BODY_2_1">
    <p:bg>
      <p:bgPr>
        <a:gradFill>
          <a:gsLst>
            <a:gs pos="0">
              <a:srgbClr val="FFFFFF"/>
            </a:gs>
            <a:gs pos="38000">
              <a:srgbClr val="FFFFFF"/>
            </a:gs>
            <a:gs pos="83000">
              <a:srgbClr val="89CCFE"/>
            </a:gs>
            <a:gs pos="100000">
              <a:srgbClr val="868CFE"/>
            </a:gs>
          </a:gsLst>
          <a:lin ang="16198662" scaled="0"/>
        </a:gradFill>
      </p:bgPr>
    </p:bg>
    <p:spTree>
      <p:nvGrpSpPr>
        <p:cNvPr id="882" name="Shape 882"/>
        <p:cNvGrpSpPr/>
        <p:nvPr/>
      </p:nvGrpSpPr>
      <p:grpSpPr>
        <a:xfrm>
          <a:off x="0" y="0"/>
          <a:ext cx="0" cy="0"/>
          <a:chOff x="0" y="0"/>
          <a:chExt cx="0" cy="0"/>
        </a:xfrm>
      </p:grpSpPr>
      <p:cxnSp>
        <p:nvCxnSpPr>
          <p:cNvPr id="883" name="Google Shape;883;p95"/>
          <p:cNvCxnSpPr/>
          <p:nvPr/>
        </p:nvCxnSpPr>
        <p:spPr>
          <a:xfrm>
            <a:off x="-14868" y="4744446"/>
            <a:ext cx="9144000" cy="0"/>
          </a:xfrm>
          <a:prstGeom prst="straightConnector1">
            <a:avLst/>
          </a:prstGeom>
          <a:noFill/>
          <a:ln cap="flat" cmpd="sng" w="12700">
            <a:solidFill>
              <a:srgbClr val="151810"/>
            </a:solidFill>
            <a:prstDash val="solid"/>
            <a:round/>
            <a:headEnd len="sm" w="sm" type="none"/>
            <a:tailEnd len="sm" w="sm" type="none"/>
          </a:ln>
        </p:spPr>
      </p:cxnSp>
      <p:cxnSp>
        <p:nvCxnSpPr>
          <p:cNvPr id="884" name="Google Shape;884;p95"/>
          <p:cNvCxnSpPr/>
          <p:nvPr/>
        </p:nvCxnSpPr>
        <p:spPr>
          <a:xfrm rot="10800000">
            <a:off x="7097492" y="4744361"/>
            <a:ext cx="0" cy="408300"/>
          </a:xfrm>
          <a:prstGeom prst="straightConnector1">
            <a:avLst/>
          </a:prstGeom>
          <a:noFill/>
          <a:ln cap="flat" cmpd="sng" w="12700">
            <a:solidFill>
              <a:srgbClr val="20271C"/>
            </a:solidFill>
            <a:prstDash val="solid"/>
            <a:round/>
            <a:headEnd len="sm" w="sm" type="none"/>
            <a:tailEnd len="sm" w="sm" type="none"/>
          </a:ln>
        </p:spPr>
      </p:cxnSp>
      <p:cxnSp>
        <p:nvCxnSpPr>
          <p:cNvPr id="885" name="Google Shape;885;p95"/>
          <p:cNvCxnSpPr/>
          <p:nvPr/>
        </p:nvCxnSpPr>
        <p:spPr>
          <a:xfrm rot="10800000">
            <a:off x="542944" y="4744361"/>
            <a:ext cx="0" cy="408300"/>
          </a:xfrm>
          <a:prstGeom prst="straightConnector1">
            <a:avLst/>
          </a:prstGeom>
          <a:noFill/>
          <a:ln cap="flat" cmpd="sng" w="12700">
            <a:solidFill>
              <a:srgbClr val="20271C"/>
            </a:solidFill>
            <a:prstDash val="solid"/>
            <a:round/>
            <a:headEnd len="sm" w="sm" type="none"/>
            <a:tailEnd len="sm" w="sm" type="none"/>
          </a:ln>
        </p:spPr>
      </p:cxnSp>
      <p:sp>
        <p:nvSpPr>
          <p:cNvPr id="886" name="Google Shape;886;p95"/>
          <p:cNvSpPr/>
          <p:nvPr/>
        </p:nvSpPr>
        <p:spPr>
          <a:xfrm>
            <a:off x="7060568"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sp>
        <p:nvSpPr>
          <p:cNvPr id="887" name="Google Shape;887;p95"/>
          <p:cNvSpPr/>
          <p:nvPr/>
        </p:nvSpPr>
        <p:spPr>
          <a:xfrm>
            <a:off x="506019"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pic>
        <p:nvPicPr>
          <p:cNvPr descr="Google Shape;27;p12" id="888" name="Google Shape;888;p95"/>
          <p:cNvPicPr preferRelativeResize="0"/>
          <p:nvPr/>
        </p:nvPicPr>
        <p:blipFill rotWithShape="1">
          <a:blip r:embed="rId2">
            <a:alphaModFix/>
          </a:blip>
          <a:srcRect b="0" l="0" r="0" t="0"/>
          <a:stretch/>
        </p:blipFill>
        <p:spPr>
          <a:xfrm>
            <a:off x="228642" y="4821551"/>
            <a:ext cx="237584" cy="238626"/>
          </a:xfrm>
          <a:prstGeom prst="rect">
            <a:avLst/>
          </a:prstGeom>
          <a:noFill/>
          <a:ln>
            <a:noFill/>
          </a:ln>
        </p:spPr>
      </p:pic>
      <p:pic>
        <p:nvPicPr>
          <p:cNvPr descr="Google Shape;28;p12" id="889" name="Google Shape;889;p95"/>
          <p:cNvPicPr preferRelativeResize="0"/>
          <p:nvPr/>
        </p:nvPicPr>
        <p:blipFill rotWithShape="1">
          <a:blip r:embed="rId3">
            <a:alphaModFix/>
          </a:blip>
          <a:srcRect b="0" l="0" r="0" t="0"/>
          <a:stretch/>
        </p:blipFill>
        <p:spPr>
          <a:xfrm>
            <a:off x="7209618" y="4850581"/>
            <a:ext cx="1666535" cy="201386"/>
          </a:xfrm>
          <a:prstGeom prst="rect">
            <a:avLst/>
          </a:prstGeom>
          <a:noFill/>
          <a:ln>
            <a:noFill/>
          </a:ln>
        </p:spPr>
      </p:pic>
      <p:sp>
        <p:nvSpPr>
          <p:cNvPr id="890" name="Google Shape;890;p95"/>
          <p:cNvSpPr txBox="1"/>
          <p:nvPr>
            <p:ph type="title"/>
          </p:nvPr>
        </p:nvSpPr>
        <p:spPr>
          <a:xfrm>
            <a:off x="362300" y="342549"/>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nter"/>
              <a:buNone/>
              <a:defRPr sz="2300">
                <a:latin typeface="Inter"/>
                <a:ea typeface="Inter"/>
                <a:cs typeface="Inter"/>
                <a:sym typeface="Inter"/>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91" name="Google Shape;891;p95"/>
          <p:cNvSpPr txBox="1"/>
          <p:nvPr>
            <p:ph idx="1" type="body"/>
          </p:nvPr>
        </p:nvSpPr>
        <p:spPr>
          <a:xfrm>
            <a:off x="305263" y="914406"/>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atin typeface="Inter"/>
                <a:ea typeface="Inter"/>
                <a:cs typeface="Inter"/>
                <a:sym typeface="Inter"/>
              </a:defRPr>
            </a:lvl2pPr>
            <a:lvl3pPr indent="-304800" lvl="2" marL="1371600" algn="l">
              <a:lnSpc>
                <a:spcPct val="150000"/>
              </a:lnSpc>
              <a:spcBef>
                <a:spcPts val="0"/>
              </a:spcBef>
              <a:spcAft>
                <a:spcPts val="0"/>
              </a:spcAft>
              <a:buSzPts val="1200"/>
              <a:buChar char="■"/>
              <a:defRPr>
                <a:latin typeface="Inter"/>
                <a:ea typeface="Inter"/>
                <a:cs typeface="Inter"/>
                <a:sym typeface="Inter"/>
              </a:defRPr>
            </a:lvl3pPr>
            <a:lvl4pPr indent="-304800" lvl="3" marL="1828800" algn="l">
              <a:lnSpc>
                <a:spcPct val="150000"/>
              </a:lnSpc>
              <a:spcBef>
                <a:spcPts val="0"/>
              </a:spcBef>
              <a:spcAft>
                <a:spcPts val="0"/>
              </a:spcAft>
              <a:buSzPts val="1200"/>
              <a:buChar char="●"/>
              <a:defRPr>
                <a:latin typeface="Inter"/>
                <a:ea typeface="Inter"/>
                <a:cs typeface="Inter"/>
                <a:sym typeface="Inter"/>
              </a:defRPr>
            </a:lvl4pPr>
            <a:lvl5pPr indent="-304800" lvl="4" marL="2286000" algn="l">
              <a:lnSpc>
                <a:spcPct val="150000"/>
              </a:lnSpc>
              <a:spcBef>
                <a:spcPts val="0"/>
              </a:spcBef>
              <a:spcAft>
                <a:spcPts val="0"/>
              </a:spcAft>
              <a:buSzPts val="1200"/>
              <a:buChar char="○"/>
              <a:defRPr>
                <a:latin typeface="Inter"/>
                <a:ea typeface="Inter"/>
                <a:cs typeface="Inter"/>
                <a:sym typeface="Inte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
        <p:nvSpPr>
          <p:cNvPr id="892" name="Google Shape;892;p95"/>
          <p:cNvSpPr txBox="1"/>
          <p:nvPr>
            <p:ph idx="12" type="sldNum"/>
          </p:nvPr>
        </p:nvSpPr>
        <p:spPr>
          <a:xfrm>
            <a:off x="4419600" y="4627562"/>
            <a:ext cx="2133600" cy="276900"/>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p:cSld name="1_title_blue">
    <p:bg>
      <p:bgPr>
        <a:gradFill>
          <a:gsLst>
            <a:gs pos="0">
              <a:schemeClr val="dk1"/>
            </a:gs>
            <a:gs pos="22000">
              <a:schemeClr val="dk1"/>
            </a:gs>
            <a:gs pos="68000">
              <a:srgbClr val="89CCFE"/>
            </a:gs>
            <a:gs pos="100000">
              <a:srgbClr val="868CFE"/>
            </a:gs>
          </a:gsLst>
          <a:lin ang="16198662" scaled="0"/>
        </a:gradFill>
      </p:bgPr>
    </p:bg>
    <p:spTree>
      <p:nvGrpSpPr>
        <p:cNvPr id="893" name="Shape 893"/>
        <p:cNvGrpSpPr/>
        <p:nvPr/>
      </p:nvGrpSpPr>
      <p:grpSpPr>
        <a:xfrm>
          <a:off x="0" y="0"/>
          <a:ext cx="0" cy="0"/>
          <a:chOff x="0" y="0"/>
          <a:chExt cx="0" cy="0"/>
        </a:xfrm>
      </p:grpSpPr>
      <p:pic>
        <p:nvPicPr>
          <p:cNvPr id="894" name="Google Shape;894;p96"/>
          <p:cNvPicPr preferRelativeResize="0"/>
          <p:nvPr/>
        </p:nvPicPr>
        <p:blipFill rotWithShape="1">
          <a:blip r:embed="rId2">
            <a:alphaModFix/>
          </a:blip>
          <a:srcRect b="0" l="0" r="0" t="0"/>
          <a:stretch/>
        </p:blipFill>
        <p:spPr>
          <a:xfrm>
            <a:off x="0" y="0"/>
            <a:ext cx="9143999" cy="5143500"/>
          </a:xfrm>
          <a:prstGeom prst="rect">
            <a:avLst/>
          </a:prstGeom>
          <a:noFill/>
          <a:ln>
            <a:noFill/>
          </a:ln>
        </p:spPr>
      </p:pic>
      <p:sp>
        <p:nvSpPr>
          <p:cNvPr id="895" name="Google Shape;895;p96"/>
          <p:cNvSpPr txBox="1"/>
          <p:nvPr>
            <p:ph type="title"/>
          </p:nvPr>
        </p:nvSpPr>
        <p:spPr>
          <a:xfrm>
            <a:off x="2749901" y="2862230"/>
            <a:ext cx="6241800" cy="3789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violet">
  <p:cSld name="TITLE_AND_BODY_2_1_1_2_1">
    <p:bg>
      <p:bgPr>
        <a:gradFill>
          <a:gsLst>
            <a:gs pos="0">
              <a:schemeClr val="dk1"/>
            </a:gs>
            <a:gs pos="61000">
              <a:srgbClr val="D5C3F7"/>
            </a:gs>
            <a:gs pos="100000">
              <a:srgbClr val="ED92FF"/>
            </a:gs>
          </a:gsLst>
          <a:lin ang="16200038" scaled="0"/>
        </a:gradFill>
      </p:bgPr>
    </p:bg>
    <p:spTree>
      <p:nvGrpSpPr>
        <p:cNvPr id="896" name="Shape 896"/>
        <p:cNvGrpSpPr/>
        <p:nvPr/>
      </p:nvGrpSpPr>
      <p:grpSpPr>
        <a:xfrm>
          <a:off x="0" y="0"/>
          <a:ext cx="0" cy="0"/>
          <a:chOff x="0" y="0"/>
          <a:chExt cx="0" cy="0"/>
        </a:xfrm>
      </p:grpSpPr>
      <p:pic>
        <p:nvPicPr>
          <p:cNvPr id="897" name="Google Shape;897;p97"/>
          <p:cNvPicPr preferRelativeResize="0"/>
          <p:nvPr/>
        </p:nvPicPr>
        <p:blipFill rotWithShape="1">
          <a:blip r:embed="rId2">
            <a:alphaModFix/>
          </a:blip>
          <a:srcRect b="0" l="0" r="0" t="0"/>
          <a:stretch/>
        </p:blipFill>
        <p:spPr>
          <a:xfrm>
            <a:off x="7111100" y="143450"/>
            <a:ext cx="1894250" cy="4444800"/>
          </a:xfrm>
          <a:prstGeom prst="rect">
            <a:avLst/>
          </a:prstGeom>
          <a:noFill/>
          <a:ln>
            <a:noFill/>
          </a:ln>
        </p:spPr>
      </p:pic>
      <p:sp>
        <p:nvSpPr>
          <p:cNvPr id="898" name="Google Shape;898;p97"/>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99" name="Google Shape;899;p97"/>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00" name="Google Shape;900;p97"/>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01" name="Google Shape;901;p97"/>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02" name="Google Shape;902;p9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3" name="Google Shape;903;p97"/>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04" name="Google Shape;904;p97"/>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905" name="Google Shape;905;p97"/>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06" name="Google Shape;906;p97"/>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07" name="Google Shape;907;p97"/>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blue">
  <p:cSld name="CUSTOM_2_1">
    <p:bg>
      <p:bgPr>
        <a:gradFill>
          <a:gsLst>
            <a:gs pos="0">
              <a:schemeClr val="dk1"/>
            </a:gs>
            <a:gs pos="38000">
              <a:schemeClr val="dk1"/>
            </a:gs>
            <a:gs pos="83000">
              <a:srgbClr val="89CCFE"/>
            </a:gs>
            <a:gs pos="100000">
              <a:srgbClr val="868CFE"/>
            </a:gs>
          </a:gsLst>
          <a:lin ang="10801400" scaled="0"/>
        </a:gradFill>
      </p:bgPr>
    </p:bg>
    <p:spTree>
      <p:nvGrpSpPr>
        <p:cNvPr id="908" name="Shape 908"/>
        <p:cNvGrpSpPr/>
        <p:nvPr/>
      </p:nvGrpSpPr>
      <p:grpSpPr>
        <a:xfrm>
          <a:off x="0" y="0"/>
          <a:ext cx="0" cy="0"/>
          <a:chOff x="0" y="0"/>
          <a:chExt cx="0" cy="0"/>
        </a:xfrm>
      </p:grpSpPr>
      <p:sp>
        <p:nvSpPr>
          <p:cNvPr id="909" name="Google Shape;909;p98"/>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910" name="Google Shape;910;p98"/>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911" name="Google Shape;911;p98"/>
          <p:cNvSpPr/>
          <p:nvPr/>
        </p:nvSpPr>
        <p:spPr>
          <a:xfrm>
            <a:off x="146950" y="138725"/>
            <a:ext cx="88608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12" name="Google Shape;912;p98"/>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913" name="Google Shape;913;p98"/>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914" name="Google Shape;914;p98"/>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915" name="Google Shape;915;p98"/>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916" name="Google Shape;916;p9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7" name="Google Shape;917;p98"/>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8" name="Google Shape;918;p98"/>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19" name="Google Shape;919;p98"/>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920" name="Google Shape;920;p98"/>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921" name="Google Shape;921;p98"/>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_violet">
  <p:cSld name="SECTION_HEADER_1_1_1_1">
    <p:bg>
      <p:bgPr>
        <a:gradFill>
          <a:gsLst>
            <a:gs pos="0">
              <a:schemeClr val="dk1"/>
            </a:gs>
            <a:gs pos="61000">
              <a:srgbClr val="D5C3F7"/>
            </a:gs>
            <a:gs pos="100000">
              <a:srgbClr val="ED92FF"/>
            </a:gs>
          </a:gsLst>
          <a:lin ang="16200038" scaled="0"/>
        </a:gradFill>
      </p:bgPr>
    </p:bg>
    <p:spTree>
      <p:nvGrpSpPr>
        <p:cNvPr id="922" name="Shape 922"/>
        <p:cNvGrpSpPr/>
        <p:nvPr/>
      </p:nvGrpSpPr>
      <p:grpSpPr>
        <a:xfrm>
          <a:off x="0" y="0"/>
          <a:ext cx="0" cy="0"/>
          <a:chOff x="0" y="0"/>
          <a:chExt cx="0" cy="0"/>
        </a:xfrm>
      </p:grpSpPr>
      <p:sp>
        <p:nvSpPr>
          <p:cNvPr id="923" name="Google Shape;923;p99"/>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24" name="Google Shape;924;p99"/>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25" name="Google Shape;925;p99"/>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926" name="Google Shape;926;p99"/>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27" name="Google Shape;927;p9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28" name="Google Shape;928;p99"/>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29" name="Google Shape;929;p99"/>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pic>
        <p:nvPicPr>
          <p:cNvPr id="930" name="Google Shape;930;p99"/>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yellow">
  <p:cSld name="TITLE_AND_BODY_2_1_1_2">
    <p:bg>
      <p:bgPr>
        <a:gradFill>
          <a:gsLst>
            <a:gs pos="0">
              <a:schemeClr val="dk1"/>
            </a:gs>
            <a:gs pos="10000">
              <a:schemeClr val="dk1"/>
            </a:gs>
            <a:gs pos="56000">
              <a:srgbClr val="FFF895"/>
            </a:gs>
            <a:gs pos="100000">
              <a:srgbClr val="FFC08F"/>
            </a:gs>
          </a:gsLst>
          <a:lin ang="16198662" scaled="0"/>
        </a:gradFill>
      </p:bgPr>
    </p:bg>
    <p:spTree>
      <p:nvGrpSpPr>
        <p:cNvPr id="931" name="Shape 931"/>
        <p:cNvGrpSpPr/>
        <p:nvPr/>
      </p:nvGrpSpPr>
      <p:grpSpPr>
        <a:xfrm>
          <a:off x="0" y="0"/>
          <a:ext cx="0" cy="0"/>
          <a:chOff x="0" y="0"/>
          <a:chExt cx="0" cy="0"/>
        </a:xfrm>
      </p:grpSpPr>
      <p:pic>
        <p:nvPicPr>
          <p:cNvPr id="932" name="Google Shape;932;p100"/>
          <p:cNvPicPr preferRelativeResize="0"/>
          <p:nvPr/>
        </p:nvPicPr>
        <p:blipFill rotWithShape="1">
          <a:blip r:embed="rId2">
            <a:alphaModFix/>
          </a:blip>
          <a:srcRect b="0" l="0" r="0" t="0"/>
          <a:stretch/>
        </p:blipFill>
        <p:spPr>
          <a:xfrm rot="10800000">
            <a:off x="7114150" y="139925"/>
            <a:ext cx="1896275" cy="4450375"/>
          </a:xfrm>
          <a:prstGeom prst="rect">
            <a:avLst/>
          </a:prstGeom>
          <a:noFill/>
          <a:ln>
            <a:noFill/>
          </a:ln>
        </p:spPr>
      </p:pic>
      <p:sp>
        <p:nvSpPr>
          <p:cNvPr id="933" name="Google Shape;933;p100"/>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34" name="Google Shape;934;p100"/>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35" name="Google Shape;935;p100"/>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36" name="Google Shape;936;p100"/>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37" name="Google Shape;937;p10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38" name="Google Shape;938;p100"/>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39" name="Google Shape;939;p100"/>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940" name="Google Shape;940;p100"/>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41" name="Google Shape;941;p100"/>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42" name="Google Shape;942;p100"/>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red">
  <p:cSld name="TITLE_AND_BODY_2_1_1_2_1_1">
    <p:bg>
      <p:bgPr>
        <a:gradFill>
          <a:gsLst>
            <a:gs pos="0">
              <a:schemeClr val="dk1"/>
            </a:gs>
            <a:gs pos="61000">
              <a:srgbClr val="FBB0A5"/>
            </a:gs>
            <a:gs pos="100000">
              <a:srgbClr val="FF637D"/>
            </a:gs>
          </a:gsLst>
          <a:lin ang="16198662" scaled="0"/>
        </a:gradFill>
      </p:bgPr>
    </p:bg>
    <p:spTree>
      <p:nvGrpSpPr>
        <p:cNvPr id="943" name="Shape 943"/>
        <p:cNvGrpSpPr/>
        <p:nvPr/>
      </p:nvGrpSpPr>
      <p:grpSpPr>
        <a:xfrm>
          <a:off x="0" y="0"/>
          <a:ext cx="0" cy="0"/>
          <a:chOff x="0" y="0"/>
          <a:chExt cx="0" cy="0"/>
        </a:xfrm>
      </p:grpSpPr>
      <p:pic>
        <p:nvPicPr>
          <p:cNvPr id="944" name="Google Shape;944;p101"/>
          <p:cNvPicPr preferRelativeResize="0"/>
          <p:nvPr/>
        </p:nvPicPr>
        <p:blipFill rotWithShape="1">
          <a:blip r:embed="rId2">
            <a:alphaModFix/>
          </a:blip>
          <a:srcRect b="0" l="0" r="0" t="0"/>
          <a:stretch/>
        </p:blipFill>
        <p:spPr>
          <a:xfrm rot="10800000">
            <a:off x="7111100" y="138800"/>
            <a:ext cx="1894250" cy="4449526"/>
          </a:xfrm>
          <a:prstGeom prst="rect">
            <a:avLst/>
          </a:prstGeom>
          <a:noFill/>
          <a:ln>
            <a:noFill/>
          </a:ln>
        </p:spPr>
      </p:pic>
      <p:sp>
        <p:nvSpPr>
          <p:cNvPr id="945" name="Google Shape;945;p101"/>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46" name="Google Shape;946;p101"/>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47" name="Google Shape;947;p101"/>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48" name="Google Shape;948;p101"/>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49" name="Google Shape;949;p10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50" name="Google Shape;950;p101"/>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51" name="Google Shape;951;p10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952" name="Google Shape;952;p101"/>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53" name="Google Shape;953;p101"/>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54" name="Google Shape;954;p101"/>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yellow">
  <p:cSld name="TITLE_AND_BODY_2_1_1_1_1">
    <p:bg>
      <p:bgPr>
        <a:gradFill>
          <a:gsLst>
            <a:gs pos="0">
              <a:schemeClr val="dk1"/>
            </a:gs>
            <a:gs pos="10000">
              <a:schemeClr val="dk1"/>
            </a:gs>
            <a:gs pos="56000">
              <a:srgbClr val="FFF895"/>
            </a:gs>
            <a:gs pos="100000">
              <a:srgbClr val="FFC08F"/>
            </a:gs>
          </a:gsLst>
          <a:lin ang="16198662" scaled="0"/>
        </a:gradFill>
      </p:bgPr>
    </p:bg>
    <p:spTree>
      <p:nvGrpSpPr>
        <p:cNvPr id="955" name="Shape 955"/>
        <p:cNvGrpSpPr/>
        <p:nvPr/>
      </p:nvGrpSpPr>
      <p:grpSpPr>
        <a:xfrm>
          <a:off x="0" y="0"/>
          <a:ext cx="0" cy="0"/>
          <a:chOff x="0" y="0"/>
          <a:chExt cx="0" cy="0"/>
        </a:xfrm>
      </p:grpSpPr>
      <p:pic>
        <p:nvPicPr>
          <p:cNvPr id="956" name="Google Shape;956;p102"/>
          <p:cNvPicPr preferRelativeResize="0"/>
          <p:nvPr/>
        </p:nvPicPr>
        <p:blipFill rotWithShape="1">
          <a:blip r:embed="rId2">
            <a:alphaModFix/>
          </a:blip>
          <a:srcRect b="0" l="0" r="0" t="0"/>
          <a:stretch/>
        </p:blipFill>
        <p:spPr>
          <a:xfrm rot="10800000">
            <a:off x="7114150" y="139925"/>
            <a:ext cx="1896275" cy="4450375"/>
          </a:xfrm>
          <a:prstGeom prst="rect">
            <a:avLst/>
          </a:prstGeom>
          <a:noFill/>
          <a:ln>
            <a:noFill/>
          </a:ln>
        </p:spPr>
      </p:pic>
      <p:sp>
        <p:nvSpPr>
          <p:cNvPr id="957" name="Google Shape;957;p102"/>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58" name="Google Shape;958;p102"/>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59" name="Google Shape;959;p102"/>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60" name="Google Shape;960;p102"/>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61" name="Google Shape;961;p10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2" name="Google Shape;962;p102"/>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63" name="Google Shape;963;p102"/>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964" name="Google Shape;964;p102"/>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65" name="Google Shape;965;p102"/>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966" name="Google Shape;966;p102"/>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967" name="Google Shape;967;p102"/>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red">
  <p:cSld name="TITLE_AND_BODY_2_1_1_1_1_1_1">
    <p:bg>
      <p:bgPr>
        <a:gradFill>
          <a:gsLst>
            <a:gs pos="0">
              <a:schemeClr val="dk1"/>
            </a:gs>
            <a:gs pos="61000">
              <a:srgbClr val="FBB0A5"/>
            </a:gs>
            <a:gs pos="100000">
              <a:srgbClr val="FF637D"/>
            </a:gs>
          </a:gsLst>
          <a:lin ang="16198662" scaled="0"/>
        </a:gradFill>
      </p:bgPr>
    </p:bg>
    <p:spTree>
      <p:nvGrpSpPr>
        <p:cNvPr id="968" name="Shape 968"/>
        <p:cNvGrpSpPr/>
        <p:nvPr/>
      </p:nvGrpSpPr>
      <p:grpSpPr>
        <a:xfrm>
          <a:off x="0" y="0"/>
          <a:ext cx="0" cy="0"/>
          <a:chOff x="0" y="0"/>
          <a:chExt cx="0" cy="0"/>
        </a:xfrm>
      </p:grpSpPr>
      <p:pic>
        <p:nvPicPr>
          <p:cNvPr id="969" name="Google Shape;969;p103"/>
          <p:cNvPicPr preferRelativeResize="0"/>
          <p:nvPr/>
        </p:nvPicPr>
        <p:blipFill rotWithShape="1">
          <a:blip r:embed="rId2">
            <a:alphaModFix/>
          </a:blip>
          <a:srcRect b="0" l="0" r="0" t="0"/>
          <a:stretch/>
        </p:blipFill>
        <p:spPr>
          <a:xfrm rot="10800000">
            <a:off x="7111100" y="138800"/>
            <a:ext cx="1894250" cy="4449526"/>
          </a:xfrm>
          <a:prstGeom prst="rect">
            <a:avLst/>
          </a:prstGeom>
          <a:noFill/>
          <a:ln>
            <a:noFill/>
          </a:ln>
        </p:spPr>
      </p:pic>
      <p:sp>
        <p:nvSpPr>
          <p:cNvPr id="970" name="Google Shape;970;p103"/>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71" name="Google Shape;971;p103"/>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72" name="Google Shape;972;p103"/>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73" name="Google Shape;973;p103"/>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74" name="Google Shape;974;p10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5" name="Google Shape;975;p103"/>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76" name="Google Shape;976;p10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977" name="Google Shape;977;p103"/>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78" name="Google Shape;978;p103"/>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979" name="Google Shape;979;p103"/>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980" name="Google Shape;980;p103"/>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yellow">
  <p:cSld name="CUSTOM_3">
    <p:bg>
      <p:bgPr>
        <a:gradFill>
          <a:gsLst>
            <a:gs pos="0">
              <a:schemeClr val="dk1"/>
            </a:gs>
            <a:gs pos="10000">
              <a:schemeClr val="dk1"/>
            </a:gs>
            <a:gs pos="56000">
              <a:srgbClr val="FFF895"/>
            </a:gs>
            <a:gs pos="100000">
              <a:srgbClr val="FFC08F"/>
            </a:gs>
          </a:gsLst>
          <a:lin ang="0" scaled="0"/>
        </a:gradFill>
      </p:bgPr>
    </p:bg>
    <p:spTree>
      <p:nvGrpSpPr>
        <p:cNvPr id="981" name="Shape 981"/>
        <p:cNvGrpSpPr/>
        <p:nvPr/>
      </p:nvGrpSpPr>
      <p:grpSpPr>
        <a:xfrm>
          <a:off x="0" y="0"/>
          <a:ext cx="0" cy="0"/>
          <a:chOff x="0" y="0"/>
          <a:chExt cx="0" cy="0"/>
        </a:xfrm>
      </p:grpSpPr>
      <p:pic>
        <p:nvPicPr>
          <p:cNvPr id="982" name="Google Shape;982;p104"/>
          <p:cNvPicPr preferRelativeResize="0"/>
          <p:nvPr/>
        </p:nvPicPr>
        <p:blipFill rotWithShape="1">
          <a:blip r:embed="rId2">
            <a:alphaModFix/>
          </a:blip>
          <a:srcRect b="0" l="0" r="0" t="0"/>
          <a:stretch/>
        </p:blipFill>
        <p:spPr>
          <a:xfrm rot="10800000">
            <a:off x="146950" y="138825"/>
            <a:ext cx="8858399" cy="1211125"/>
          </a:xfrm>
          <a:prstGeom prst="rect">
            <a:avLst/>
          </a:prstGeom>
          <a:noFill/>
          <a:ln>
            <a:noFill/>
          </a:ln>
        </p:spPr>
      </p:pic>
      <p:sp>
        <p:nvSpPr>
          <p:cNvPr id="983" name="Google Shape;983;p104"/>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84" name="Google Shape;984;p104"/>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85" name="Google Shape;985;p104"/>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986" name="Google Shape;986;p104"/>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987" name="Google Shape;987;p104"/>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988" name="Google Shape;988;p10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9" name="Google Shape;989;p104"/>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90" name="Google Shape;990;p104"/>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991" name="Google Shape;991;p104"/>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92" name="Google Shape;992;p104"/>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993" name="Google Shape;993;p104"/>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violet">
  <p:cSld name="CUSTOM_3_1">
    <p:bg>
      <p:bgPr>
        <a:gradFill>
          <a:gsLst>
            <a:gs pos="0">
              <a:schemeClr val="dk1"/>
            </a:gs>
            <a:gs pos="61000">
              <a:srgbClr val="D5C3F7"/>
            </a:gs>
            <a:gs pos="100000">
              <a:srgbClr val="ED92FF"/>
            </a:gs>
          </a:gsLst>
          <a:lin ang="0" scaled="0"/>
        </a:gradFill>
      </p:bgPr>
    </p:bg>
    <p:spTree>
      <p:nvGrpSpPr>
        <p:cNvPr id="994" name="Shape 994"/>
        <p:cNvGrpSpPr/>
        <p:nvPr/>
      </p:nvGrpSpPr>
      <p:grpSpPr>
        <a:xfrm>
          <a:off x="0" y="0"/>
          <a:ext cx="0" cy="0"/>
          <a:chOff x="0" y="0"/>
          <a:chExt cx="0" cy="0"/>
        </a:xfrm>
      </p:grpSpPr>
      <p:pic>
        <p:nvPicPr>
          <p:cNvPr id="995" name="Google Shape;995;p105"/>
          <p:cNvPicPr preferRelativeResize="0"/>
          <p:nvPr/>
        </p:nvPicPr>
        <p:blipFill rotWithShape="1">
          <a:blip r:embed="rId2">
            <a:alphaModFix/>
          </a:blip>
          <a:srcRect b="0" l="0" r="0" t="0"/>
          <a:stretch/>
        </p:blipFill>
        <p:spPr>
          <a:xfrm rot="5400000">
            <a:off x="3967151" y="-3679174"/>
            <a:ext cx="1216675" cy="8852623"/>
          </a:xfrm>
          <a:prstGeom prst="rect">
            <a:avLst/>
          </a:prstGeom>
          <a:noFill/>
          <a:ln>
            <a:noFill/>
          </a:ln>
        </p:spPr>
      </p:pic>
      <p:sp>
        <p:nvSpPr>
          <p:cNvPr id="996" name="Google Shape;996;p105"/>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97" name="Google Shape;997;p105"/>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98" name="Google Shape;998;p105"/>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999" name="Google Shape;999;p105"/>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00" name="Google Shape;1000;p105"/>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1001" name="Google Shape;1001;p10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02" name="Google Shape;1002;p105"/>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03" name="Google Shape;1003;p105"/>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1004" name="Google Shape;1004;p105"/>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05" name="Google Shape;1005;p105"/>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1006" name="Google Shape;1006;p105"/>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red">
  <p:cSld name="CUSTOM_3_1_1">
    <p:bg>
      <p:bgPr>
        <a:gradFill>
          <a:gsLst>
            <a:gs pos="0">
              <a:schemeClr val="dk1"/>
            </a:gs>
            <a:gs pos="72000">
              <a:srgbClr val="FBB0A5"/>
            </a:gs>
            <a:gs pos="100000">
              <a:srgbClr val="FF637D"/>
            </a:gs>
          </a:gsLst>
          <a:lin ang="0" scaled="0"/>
        </a:gradFill>
      </p:bgPr>
    </p:bg>
    <p:spTree>
      <p:nvGrpSpPr>
        <p:cNvPr id="1007" name="Shape 1007"/>
        <p:cNvGrpSpPr/>
        <p:nvPr/>
      </p:nvGrpSpPr>
      <p:grpSpPr>
        <a:xfrm>
          <a:off x="0" y="0"/>
          <a:ext cx="0" cy="0"/>
          <a:chOff x="0" y="0"/>
          <a:chExt cx="0" cy="0"/>
        </a:xfrm>
      </p:grpSpPr>
      <p:pic>
        <p:nvPicPr>
          <p:cNvPr id="1008" name="Google Shape;1008;p106"/>
          <p:cNvPicPr preferRelativeResize="0"/>
          <p:nvPr/>
        </p:nvPicPr>
        <p:blipFill rotWithShape="1">
          <a:blip r:embed="rId2">
            <a:alphaModFix/>
          </a:blip>
          <a:srcRect b="0" l="0" r="0" t="0"/>
          <a:stretch/>
        </p:blipFill>
        <p:spPr>
          <a:xfrm rot="-5400000">
            <a:off x="3968923" y="-3683174"/>
            <a:ext cx="1220376" cy="8864323"/>
          </a:xfrm>
          <a:prstGeom prst="rect">
            <a:avLst/>
          </a:prstGeom>
          <a:noFill/>
          <a:ln>
            <a:noFill/>
          </a:ln>
        </p:spPr>
      </p:pic>
      <p:sp>
        <p:nvSpPr>
          <p:cNvPr id="1009" name="Google Shape;1009;p106"/>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10" name="Google Shape;1010;p106"/>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011" name="Google Shape;1011;p106"/>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12" name="Google Shape;1012;p106"/>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13" name="Google Shape;1013;p106"/>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1014" name="Google Shape;1014;p10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15" name="Google Shape;1015;p106"/>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16" name="Google Shape;1016;p106"/>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1017" name="Google Shape;1017;p106"/>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18" name="Google Shape;1018;p106"/>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1019" name="Google Shape;1019;p106"/>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yellow">
  <p:cSld name="CUSTOM_4">
    <p:bg>
      <p:bgPr>
        <a:gradFill>
          <a:gsLst>
            <a:gs pos="0">
              <a:schemeClr val="dk1"/>
            </a:gs>
            <a:gs pos="10000">
              <a:schemeClr val="dk1"/>
            </a:gs>
            <a:gs pos="56000">
              <a:srgbClr val="FFF895"/>
            </a:gs>
            <a:gs pos="100000">
              <a:srgbClr val="FFC08F"/>
            </a:gs>
          </a:gsLst>
          <a:lin ang="16198662" scaled="0"/>
        </a:gradFill>
      </p:bgPr>
    </p:bg>
    <p:spTree>
      <p:nvGrpSpPr>
        <p:cNvPr id="1020" name="Shape 1020"/>
        <p:cNvGrpSpPr/>
        <p:nvPr/>
      </p:nvGrpSpPr>
      <p:grpSpPr>
        <a:xfrm>
          <a:off x="0" y="0"/>
          <a:ext cx="0" cy="0"/>
          <a:chOff x="0" y="0"/>
          <a:chExt cx="0" cy="0"/>
        </a:xfrm>
      </p:grpSpPr>
      <p:sp>
        <p:nvSpPr>
          <p:cNvPr id="1021" name="Google Shape;1021;p107"/>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022" name="Google Shape;1022;p107"/>
          <p:cNvPicPr preferRelativeResize="0"/>
          <p:nvPr/>
        </p:nvPicPr>
        <p:blipFill rotWithShape="1">
          <a:blip r:embed="rId2">
            <a:alphaModFix/>
          </a:blip>
          <a:srcRect b="0" l="0" r="0" t="0"/>
          <a:stretch/>
        </p:blipFill>
        <p:spPr>
          <a:xfrm rot="10800000">
            <a:off x="146956" y="1547946"/>
            <a:ext cx="866785" cy="3448594"/>
          </a:xfrm>
          <a:prstGeom prst="rect">
            <a:avLst/>
          </a:prstGeom>
          <a:noFill/>
          <a:ln>
            <a:noFill/>
          </a:ln>
        </p:spPr>
      </p:pic>
      <p:sp>
        <p:nvSpPr>
          <p:cNvPr id="1023" name="Google Shape;1023;p107"/>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24" name="Google Shape;1024;p107"/>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1025" name="Google Shape;1025;p107"/>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026" name="Google Shape;1026;p107"/>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27" name="Google Shape;1027;p107"/>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1028" name="Google Shape;1028;p10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29" name="Google Shape;1029;p107"/>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30" name="Google Shape;1030;p107"/>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1031" name="Google Shape;1031;p107"/>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32" name="Google Shape;1032;p107"/>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violet">
  <p:cSld name="CUSTOM_4_1_1">
    <p:bg>
      <p:bgPr>
        <a:gradFill>
          <a:gsLst>
            <a:gs pos="0">
              <a:schemeClr val="dk1"/>
            </a:gs>
            <a:gs pos="61000">
              <a:srgbClr val="D5C3F7"/>
            </a:gs>
            <a:gs pos="100000">
              <a:srgbClr val="ED92FF"/>
            </a:gs>
          </a:gsLst>
          <a:lin ang="16198662" scaled="0"/>
        </a:gradFill>
      </p:bgPr>
    </p:bg>
    <p:spTree>
      <p:nvGrpSpPr>
        <p:cNvPr id="1033" name="Shape 1033"/>
        <p:cNvGrpSpPr/>
        <p:nvPr/>
      </p:nvGrpSpPr>
      <p:grpSpPr>
        <a:xfrm>
          <a:off x="0" y="0"/>
          <a:ext cx="0" cy="0"/>
          <a:chOff x="0" y="0"/>
          <a:chExt cx="0" cy="0"/>
        </a:xfrm>
      </p:grpSpPr>
      <p:sp>
        <p:nvSpPr>
          <p:cNvPr id="1034" name="Google Shape;1034;p108"/>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035" name="Google Shape;1035;p108"/>
          <p:cNvPicPr preferRelativeResize="0"/>
          <p:nvPr/>
        </p:nvPicPr>
        <p:blipFill rotWithShape="1">
          <a:blip r:embed="rId2">
            <a:alphaModFix/>
          </a:blip>
          <a:srcRect b="0" l="0" r="0" t="0"/>
          <a:stretch/>
        </p:blipFill>
        <p:spPr>
          <a:xfrm>
            <a:off x="146950" y="1547950"/>
            <a:ext cx="866801" cy="3448750"/>
          </a:xfrm>
          <a:prstGeom prst="rect">
            <a:avLst/>
          </a:prstGeom>
          <a:noFill/>
          <a:ln>
            <a:noFill/>
          </a:ln>
        </p:spPr>
      </p:pic>
      <p:sp>
        <p:nvSpPr>
          <p:cNvPr id="1036" name="Google Shape;1036;p108"/>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37" name="Google Shape;1037;p108"/>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1038" name="Google Shape;1038;p108"/>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039" name="Google Shape;1039;p108"/>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40" name="Google Shape;1040;p108"/>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1041" name="Google Shape;1041;p10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42" name="Google Shape;1042;p108"/>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43" name="Google Shape;1043;p108"/>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1044" name="Google Shape;1044;p108"/>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45" name="Google Shape;1045;p108"/>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red">
  <p:cSld name="CUSTOM_4_1_1_1">
    <p:bg>
      <p:bgPr>
        <a:gradFill>
          <a:gsLst>
            <a:gs pos="0">
              <a:schemeClr val="dk1"/>
            </a:gs>
            <a:gs pos="61000">
              <a:srgbClr val="FBB0A5"/>
            </a:gs>
            <a:gs pos="100000">
              <a:srgbClr val="FF637D"/>
            </a:gs>
          </a:gsLst>
          <a:lin ang="16198662" scaled="0"/>
        </a:gradFill>
      </p:bgPr>
    </p:bg>
    <p:spTree>
      <p:nvGrpSpPr>
        <p:cNvPr id="1046" name="Shape 1046"/>
        <p:cNvGrpSpPr/>
        <p:nvPr/>
      </p:nvGrpSpPr>
      <p:grpSpPr>
        <a:xfrm>
          <a:off x="0" y="0"/>
          <a:ext cx="0" cy="0"/>
          <a:chOff x="0" y="0"/>
          <a:chExt cx="0" cy="0"/>
        </a:xfrm>
      </p:grpSpPr>
      <p:sp>
        <p:nvSpPr>
          <p:cNvPr id="1047" name="Google Shape;1047;p109"/>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048" name="Google Shape;1048;p109"/>
          <p:cNvPicPr preferRelativeResize="0"/>
          <p:nvPr/>
        </p:nvPicPr>
        <p:blipFill rotWithShape="1">
          <a:blip r:embed="rId2">
            <a:alphaModFix/>
          </a:blip>
          <a:srcRect b="0" l="0" r="0" t="0"/>
          <a:stretch/>
        </p:blipFill>
        <p:spPr>
          <a:xfrm rot="10800000">
            <a:off x="149825" y="1551827"/>
            <a:ext cx="866900" cy="3435423"/>
          </a:xfrm>
          <a:prstGeom prst="rect">
            <a:avLst/>
          </a:prstGeom>
          <a:noFill/>
          <a:ln>
            <a:noFill/>
          </a:ln>
        </p:spPr>
      </p:pic>
      <p:sp>
        <p:nvSpPr>
          <p:cNvPr id="1049" name="Google Shape;1049;p109"/>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50" name="Google Shape;1050;p109"/>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1051" name="Google Shape;1051;p109"/>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052" name="Google Shape;1052;p109"/>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53" name="Google Shape;1053;p109"/>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1054" name="Google Shape;1054;p10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55" name="Google Shape;1055;p109"/>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56" name="Google Shape;1056;p109"/>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1057" name="Google Shape;1057;p109"/>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58" name="Google Shape;1058;p109"/>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yellow">
  <p:cSld name="CUSTOM_1_1">
    <p:bg>
      <p:bgPr>
        <a:gradFill>
          <a:gsLst>
            <a:gs pos="0">
              <a:schemeClr val="dk1"/>
            </a:gs>
            <a:gs pos="10000">
              <a:schemeClr val="dk1"/>
            </a:gs>
            <a:gs pos="56000">
              <a:srgbClr val="FFF895"/>
            </a:gs>
            <a:gs pos="100000">
              <a:srgbClr val="FFC08F"/>
            </a:gs>
          </a:gsLst>
          <a:lin ang="16198662" scaled="0"/>
        </a:gradFill>
      </p:bgPr>
    </p:bg>
    <p:spTree>
      <p:nvGrpSpPr>
        <p:cNvPr id="1059" name="Shape 1059"/>
        <p:cNvGrpSpPr/>
        <p:nvPr/>
      </p:nvGrpSpPr>
      <p:grpSpPr>
        <a:xfrm>
          <a:off x="0" y="0"/>
          <a:ext cx="0" cy="0"/>
          <a:chOff x="0" y="0"/>
          <a:chExt cx="0" cy="0"/>
        </a:xfrm>
      </p:grpSpPr>
      <p:sp>
        <p:nvSpPr>
          <p:cNvPr id="1060" name="Google Shape;1060;p110"/>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61" name="Google Shape;1061;p110"/>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1062" name="Google Shape;1062;p110"/>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1063" name="Google Shape;1063;p110"/>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1064" name="Google Shape;1064;p110"/>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065" name="Google Shape;1065;p110"/>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1066" name="Google Shape;1066;p110"/>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67" name="Google Shape;1067;p110"/>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violet">
  <p:cSld name="CUSTOM_1_1_1">
    <p:bg>
      <p:bgPr>
        <a:gradFill>
          <a:gsLst>
            <a:gs pos="0">
              <a:schemeClr val="dk1"/>
            </a:gs>
            <a:gs pos="61000">
              <a:srgbClr val="D5C3F7"/>
            </a:gs>
            <a:gs pos="100000">
              <a:srgbClr val="ED92FF"/>
            </a:gs>
          </a:gsLst>
          <a:lin ang="16198662" scaled="0"/>
        </a:gradFill>
      </p:bgPr>
    </p:bg>
    <p:spTree>
      <p:nvGrpSpPr>
        <p:cNvPr id="1068" name="Shape 1068"/>
        <p:cNvGrpSpPr/>
        <p:nvPr/>
      </p:nvGrpSpPr>
      <p:grpSpPr>
        <a:xfrm>
          <a:off x="0" y="0"/>
          <a:ext cx="0" cy="0"/>
          <a:chOff x="0" y="0"/>
          <a:chExt cx="0" cy="0"/>
        </a:xfrm>
      </p:grpSpPr>
      <p:sp>
        <p:nvSpPr>
          <p:cNvPr id="1069" name="Google Shape;1069;p111"/>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70" name="Google Shape;1070;p111"/>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1071" name="Google Shape;1071;p111"/>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1072" name="Google Shape;1072;p111"/>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1073" name="Google Shape;1073;p111"/>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074" name="Google Shape;1074;p111"/>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1075" name="Google Shape;1075;p111"/>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76" name="Google Shape;1076;p111"/>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red">
  <p:cSld name="CUSTOM_1_1_1_1">
    <p:bg>
      <p:bgPr>
        <a:gradFill>
          <a:gsLst>
            <a:gs pos="0">
              <a:schemeClr val="dk1"/>
            </a:gs>
            <a:gs pos="61000">
              <a:srgbClr val="FBB0A5"/>
            </a:gs>
            <a:gs pos="100000">
              <a:srgbClr val="FF637D"/>
            </a:gs>
          </a:gsLst>
          <a:lin ang="16198662" scaled="0"/>
        </a:gradFill>
      </p:bgPr>
    </p:bg>
    <p:spTree>
      <p:nvGrpSpPr>
        <p:cNvPr id="1077" name="Shape 1077"/>
        <p:cNvGrpSpPr/>
        <p:nvPr/>
      </p:nvGrpSpPr>
      <p:grpSpPr>
        <a:xfrm>
          <a:off x="0" y="0"/>
          <a:ext cx="0" cy="0"/>
          <a:chOff x="0" y="0"/>
          <a:chExt cx="0" cy="0"/>
        </a:xfrm>
      </p:grpSpPr>
      <p:sp>
        <p:nvSpPr>
          <p:cNvPr id="1078" name="Google Shape;1078;p112"/>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79" name="Google Shape;1079;p112"/>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1080" name="Google Shape;1080;p112"/>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1081" name="Google Shape;1081;p112"/>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1082" name="Google Shape;1082;p112"/>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083" name="Google Shape;1083;p112"/>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1084" name="Google Shape;1084;p112"/>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85" name="Google Shape;1085;p112"/>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yellow">
  <p:cSld name="CUSTOM_2_2">
    <p:bg>
      <p:bgPr>
        <a:gradFill>
          <a:gsLst>
            <a:gs pos="0">
              <a:schemeClr val="dk1"/>
            </a:gs>
            <a:gs pos="10000">
              <a:schemeClr val="dk1"/>
            </a:gs>
            <a:gs pos="56000">
              <a:srgbClr val="FFF895"/>
            </a:gs>
            <a:gs pos="100000">
              <a:srgbClr val="FFC08F"/>
            </a:gs>
          </a:gsLst>
          <a:lin ang="0" scaled="0"/>
        </a:gradFill>
      </p:bgPr>
    </p:bg>
    <p:spTree>
      <p:nvGrpSpPr>
        <p:cNvPr id="1086" name="Shape 1086"/>
        <p:cNvGrpSpPr/>
        <p:nvPr/>
      </p:nvGrpSpPr>
      <p:grpSpPr>
        <a:xfrm>
          <a:off x="0" y="0"/>
          <a:ext cx="0" cy="0"/>
          <a:chOff x="0" y="0"/>
          <a:chExt cx="0" cy="0"/>
        </a:xfrm>
      </p:grpSpPr>
      <p:sp>
        <p:nvSpPr>
          <p:cNvPr id="1087" name="Google Shape;1087;p113"/>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088" name="Google Shape;1088;p113"/>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1089" name="Google Shape;1089;p113"/>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90" name="Google Shape;1090;p113"/>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091" name="Google Shape;1091;p113"/>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092" name="Google Shape;1092;p113"/>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093" name="Google Shape;1093;p113"/>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094" name="Google Shape;1094;p11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95" name="Google Shape;1095;p113"/>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96" name="Google Shape;1096;p113"/>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7" name="Google Shape;1097;p113"/>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1098" name="Google Shape;1098;p113"/>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099" name="Google Shape;1099;p113"/>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yellow">
  <p:cSld name="CUSTOM_2_2_3">
    <p:bg>
      <p:bgPr>
        <a:gradFill>
          <a:gsLst>
            <a:gs pos="0">
              <a:schemeClr val="dk1"/>
            </a:gs>
            <a:gs pos="10000">
              <a:schemeClr val="dk1"/>
            </a:gs>
            <a:gs pos="56000">
              <a:srgbClr val="FFF895"/>
            </a:gs>
            <a:gs pos="100000">
              <a:srgbClr val="FFC08F"/>
            </a:gs>
          </a:gsLst>
          <a:lin ang="0" scaled="0"/>
        </a:gradFill>
      </p:bgPr>
    </p:bg>
    <p:spTree>
      <p:nvGrpSpPr>
        <p:cNvPr id="1100" name="Shape 1100"/>
        <p:cNvGrpSpPr/>
        <p:nvPr/>
      </p:nvGrpSpPr>
      <p:grpSpPr>
        <a:xfrm>
          <a:off x="0" y="0"/>
          <a:ext cx="0" cy="0"/>
          <a:chOff x="0" y="0"/>
          <a:chExt cx="0" cy="0"/>
        </a:xfrm>
      </p:grpSpPr>
      <p:sp>
        <p:nvSpPr>
          <p:cNvPr id="1101" name="Google Shape;1101;p114"/>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02" name="Google Shape;1102;p114"/>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1103" name="Google Shape;1103;p114"/>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04" name="Google Shape;1104;p114"/>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05" name="Google Shape;1105;p114"/>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06" name="Google Shape;1106;p114"/>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07" name="Google Shape;1107;p114"/>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08" name="Google Shape;1108;p11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09" name="Google Shape;1109;p114"/>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10" name="Google Shape;1110;p114"/>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11" name="Google Shape;1111;p114"/>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12" name="Google Shape;1112;p114"/>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yellow">
  <p:cSld name="CUSTOM_2_2_2">
    <p:bg>
      <p:bgPr>
        <a:gradFill>
          <a:gsLst>
            <a:gs pos="0">
              <a:schemeClr val="dk1"/>
            </a:gs>
            <a:gs pos="10000">
              <a:schemeClr val="dk1"/>
            </a:gs>
            <a:gs pos="56000">
              <a:srgbClr val="FFF895"/>
            </a:gs>
            <a:gs pos="100000">
              <a:srgbClr val="FFC08F"/>
            </a:gs>
          </a:gsLst>
          <a:lin ang="0" scaled="0"/>
        </a:gradFill>
      </p:bgPr>
    </p:bg>
    <p:spTree>
      <p:nvGrpSpPr>
        <p:cNvPr id="1113" name="Shape 1113"/>
        <p:cNvGrpSpPr/>
        <p:nvPr/>
      </p:nvGrpSpPr>
      <p:grpSpPr>
        <a:xfrm>
          <a:off x="0" y="0"/>
          <a:ext cx="0" cy="0"/>
          <a:chOff x="0" y="0"/>
          <a:chExt cx="0" cy="0"/>
        </a:xfrm>
      </p:grpSpPr>
      <p:sp>
        <p:nvSpPr>
          <p:cNvPr id="1114" name="Google Shape;1114;p115"/>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15" name="Google Shape;1115;p115"/>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1116" name="Google Shape;1116;p115"/>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17" name="Google Shape;1117;p115"/>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18" name="Google Shape;1118;p115"/>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19" name="Google Shape;1119;p115"/>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20" name="Google Shape;1120;p115"/>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21" name="Google Shape;1121;p11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22" name="Google Shape;1122;p115"/>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23" name="Google Shape;1123;p115"/>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24" name="Google Shape;1124;p115"/>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25" name="Google Shape;1125;p115"/>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1126" name="Google Shape;1126;p115"/>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violet">
  <p:cSld name="CUSTOM_2_2_1">
    <p:bg>
      <p:bgPr>
        <a:gradFill>
          <a:gsLst>
            <a:gs pos="0">
              <a:schemeClr val="dk1"/>
            </a:gs>
            <a:gs pos="61000">
              <a:srgbClr val="D5C3F7"/>
            </a:gs>
            <a:gs pos="100000">
              <a:srgbClr val="ED92FF"/>
            </a:gs>
          </a:gsLst>
          <a:lin ang="0" scaled="0"/>
        </a:gradFill>
      </p:bgPr>
    </p:bg>
    <p:spTree>
      <p:nvGrpSpPr>
        <p:cNvPr id="1127" name="Shape 1127"/>
        <p:cNvGrpSpPr/>
        <p:nvPr/>
      </p:nvGrpSpPr>
      <p:grpSpPr>
        <a:xfrm>
          <a:off x="0" y="0"/>
          <a:ext cx="0" cy="0"/>
          <a:chOff x="0" y="0"/>
          <a:chExt cx="0" cy="0"/>
        </a:xfrm>
      </p:grpSpPr>
      <p:sp>
        <p:nvSpPr>
          <p:cNvPr id="1128" name="Google Shape;1128;p116"/>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29" name="Google Shape;1129;p116"/>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1130" name="Google Shape;1130;p116"/>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31" name="Google Shape;1131;p116"/>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32" name="Google Shape;1132;p116"/>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33" name="Google Shape;1133;p116"/>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34" name="Google Shape;1134;p116"/>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35" name="Google Shape;1135;p11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36" name="Google Shape;1136;p116"/>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37" name="Google Shape;1137;p116"/>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8" name="Google Shape;1138;p116"/>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1139" name="Google Shape;1139;p116"/>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40" name="Google Shape;1140;p116"/>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violet">
  <p:cSld name="CUSTOM_2_2_1_2">
    <p:bg>
      <p:bgPr>
        <a:gradFill>
          <a:gsLst>
            <a:gs pos="0">
              <a:schemeClr val="dk1"/>
            </a:gs>
            <a:gs pos="61000">
              <a:srgbClr val="D5C3F7"/>
            </a:gs>
            <a:gs pos="100000">
              <a:srgbClr val="ED92FF"/>
            </a:gs>
          </a:gsLst>
          <a:lin ang="0" scaled="0"/>
        </a:gradFill>
      </p:bgPr>
    </p:bg>
    <p:spTree>
      <p:nvGrpSpPr>
        <p:cNvPr id="1141" name="Shape 1141"/>
        <p:cNvGrpSpPr/>
        <p:nvPr/>
      </p:nvGrpSpPr>
      <p:grpSpPr>
        <a:xfrm>
          <a:off x="0" y="0"/>
          <a:ext cx="0" cy="0"/>
          <a:chOff x="0" y="0"/>
          <a:chExt cx="0" cy="0"/>
        </a:xfrm>
      </p:grpSpPr>
      <p:sp>
        <p:nvSpPr>
          <p:cNvPr id="1142" name="Google Shape;1142;p117"/>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43" name="Google Shape;1143;p117"/>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1144" name="Google Shape;1144;p117"/>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45" name="Google Shape;1145;p117"/>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46" name="Google Shape;1146;p117"/>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47" name="Google Shape;1147;p117"/>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48" name="Google Shape;1148;p117"/>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49" name="Google Shape;1149;p11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0" name="Google Shape;1150;p117"/>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1" name="Google Shape;1151;p117"/>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52" name="Google Shape;1152;p117"/>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53" name="Google Shape;1153;p117"/>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1154" name="Google Shape;1154;p117"/>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red">
  <p:cSld name="CUSTOM_2_2_1_1">
    <p:bg>
      <p:bgPr>
        <a:gradFill>
          <a:gsLst>
            <a:gs pos="0">
              <a:schemeClr val="dk1"/>
            </a:gs>
            <a:gs pos="72000">
              <a:srgbClr val="FBB0A5"/>
            </a:gs>
            <a:gs pos="100000">
              <a:srgbClr val="FF637D"/>
            </a:gs>
          </a:gsLst>
          <a:lin ang="0" scaled="0"/>
        </a:gradFill>
      </p:bgPr>
    </p:bg>
    <p:spTree>
      <p:nvGrpSpPr>
        <p:cNvPr id="1155" name="Shape 1155"/>
        <p:cNvGrpSpPr/>
        <p:nvPr/>
      </p:nvGrpSpPr>
      <p:grpSpPr>
        <a:xfrm>
          <a:off x="0" y="0"/>
          <a:ext cx="0" cy="0"/>
          <a:chOff x="0" y="0"/>
          <a:chExt cx="0" cy="0"/>
        </a:xfrm>
      </p:grpSpPr>
      <p:sp>
        <p:nvSpPr>
          <p:cNvPr id="1156" name="Google Shape;1156;p118"/>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57" name="Google Shape;1157;p118"/>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1158" name="Google Shape;1158;p118"/>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59" name="Google Shape;1159;p118"/>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60" name="Google Shape;1160;p118"/>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61" name="Google Shape;1161;p118"/>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62" name="Google Shape;1162;p118"/>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63" name="Google Shape;1163;p11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64" name="Google Shape;1164;p118"/>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65" name="Google Shape;1165;p118"/>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6" name="Google Shape;1166;p118"/>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1167" name="Google Shape;1167;p118"/>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68" name="Google Shape;1168;p118"/>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red">
  <p:cSld name="CUSTOM_2_2_1_1_2">
    <p:bg>
      <p:bgPr>
        <a:gradFill>
          <a:gsLst>
            <a:gs pos="0">
              <a:schemeClr val="dk1"/>
            </a:gs>
            <a:gs pos="72000">
              <a:srgbClr val="FBB0A5"/>
            </a:gs>
            <a:gs pos="100000">
              <a:srgbClr val="FF637D"/>
            </a:gs>
          </a:gsLst>
          <a:lin ang="0" scaled="0"/>
        </a:gradFill>
      </p:bgPr>
    </p:bg>
    <p:spTree>
      <p:nvGrpSpPr>
        <p:cNvPr id="1169" name="Shape 1169"/>
        <p:cNvGrpSpPr/>
        <p:nvPr/>
      </p:nvGrpSpPr>
      <p:grpSpPr>
        <a:xfrm>
          <a:off x="0" y="0"/>
          <a:ext cx="0" cy="0"/>
          <a:chOff x="0" y="0"/>
          <a:chExt cx="0" cy="0"/>
        </a:xfrm>
      </p:grpSpPr>
      <p:sp>
        <p:nvSpPr>
          <p:cNvPr id="1170" name="Google Shape;1170;p119"/>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71" name="Google Shape;1171;p119"/>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1172" name="Google Shape;1172;p119"/>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73" name="Google Shape;1173;p119"/>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74" name="Google Shape;1174;p119"/>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75" name="Google Shape;1175;p119"/>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76" name="Google Shape;1176;p119"/>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77" name="Google Shape;1177;p11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8" name="Google Shape;1178;p119"/>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9" name="Google Shape;1179;p119"/>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80" name="Google Shape;1180;p119"/>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81" name="Google Shape;1181;p119"/>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red">
  <p:cSld name="CUSTOM_2_2_1_1_1">
    <p:bg>
      <p:bgPr>
        <a:gradFill>
          <a:gsLst>
            <a:gs pos="0">
              <a:schemeClr val="dk1"/>
            </a:gs>
            <a:gs pos="72000">
              <a:srgbClr val="FBB0A5"/>
            </a:gs>
            <a:gs pos="100000">
              <a:srgbClr val="FF637D"/>
            </a:gs>
          </a:gsLst>
          <a:lin ang="0" scaled="0"/>
        </a:gradFill>
      </p:bgPr>
    </p:bg>
    <p:spTree>
      <p:nvGrpSpPr>
        <p:cNvPr id="1182" name="Shape 1182"/>
        <p:cNvGrpSpPr/>
        <p:nvPr/>
      </p:nvGrpSpPr>
      <p:grpSpPr>
        <a:xfrm>
          <a:off x="0" y="0"/>
          <a:ext cx="0" cy="0"/>
          <a:chOff x="0" y="0"/>
          <a:chExt cx="0" cy="0"/>
        </a:xfrm>
      </p:grpSpPr>
      <p:sp>
        <p:nvSpPr>
          <p:cNvPr id="1183" name="Google Shape;1183;p120"/>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84" name="Google Shape;1184;p120"/>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1185" name="Google Shape;1185;p120"/>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86" name="Google Shape;1186;p120"/>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87" name="Google Shape;1187;p120"/>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88" name="Google Shape;1188;p120"/>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89" name="Google Shape;1189;p120"/>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90" name="Google Shape;1190;p12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1" name="Google Shape;1191;p120"/>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2" name="Google Shape;1192;p120"/>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93" name="Google Shape;1193;p120"/>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94" name="Google Shape;1194;p120"/>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1195" name="Google Shape;1195;p120"/>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blue">
  <p:cSld name="CUSTOM_2_3">
    <p:bg>
      <p:bgPr>
        <a:gradFill>
          <a:gsLst>
            <a:gs pos="0">
              <a:schemeClr val="dk1"/>
            </a:gs>
            <a:gs pos="38000">
              <a:schemeClr val="dk1"/>
            </a:gs>
            <a:gs pos="83000">
              <a:srgbClr val="89CCFE"/>
            </a:gs>
            <a:gs pos="100000">
              <a:srgbClr val="868CFE"/>
            </a:gs>
          </a:gsLst>
          <a:lin ang="0" scaled="0"/>
        </a:gradFill>
      </p:bgPr>
    </p:bg>
    <p:spTree>
      <p:nvGrpSpPr>
        <p:cNvPr id="1196" name="Shape 1196"/>
        <p:cNvGrpSpPr/>
        <p:nvPr/>
      </p:nvGrpSpPr>
      <p:grpSpPr>
        <a:xfrm>
          <a:off x="0" y="0"/>
          <a:ext cx="0" cy="0"/>
          <a:chOff x="0" y="0"/>
          <a:chExt cx="0" cy="0"/>
        </a:xfrm>
      </p:grpSpPr>
      <p:sp>
        <p:nvSpPr>
          <p:cNvPr id="1197" name="Google Shape;1197;p121"/>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98" name="Google Shape;1198;p121"/>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1199" name="Google Shape;1199;p121"/>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200" name="Google Shape;1200;p121"/>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201" name="Google Shape;1201;p121"/>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202" name="Google Shape;1202;p121"/>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203" name="Google Shape;1203;p121"/>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204" name="Google Shape;1204;p12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5" name="Google Shape;1205;p121"/>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6" name="Google Shape;1206;p121"/>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7" name="Google Shape;1207;p121"/>
          <p:cNvSpPr/>
          <p:nvPr/>
        </p:nvSpPr>
        <p:spPr>
          <a:xfrm>
            <a:off x="243510" y="4665435"/>
            <a:ext cx="237600" cy="23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8" name="Google Shape;1208;p12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1">
  <p:cSld name="TITLE_AND_BODY_2_1_1_3">
    <p:bg>
      <p:bgPr>
        <a:gradFill>
          <a:gsLst>
            <a:gs pos="0">
              <a:schemeClr val="dk1"/>
            </a:gs>
            <a:gs pos="29000">
              <a:schemeClr val="dk1"/>
            </a:gs>
            <a:gs pos="71000">
              <a:srgbClr val="89CCFE"/>
            </a:gs>
            <a:gs pos="100000">
              <a:srgbClr val="868CFE"/>
            </a:gs>
          </a:gsLst>
          <a:lin ang="5400700" scaled="0"/>
        </a:gradFill>
      </p:bgPr>
    </p:bg>
    <p:spTree>
      <p:nvGrpSpPr>
        <p:cNvPr id="1209" name="Shape 1209"/>
        <p:cNvGrpSpPr/>
        <p:nvPr/>
      </p:nvGrpSpPr>
      <p:grpSpPr>
        <a:xfrm>
          <a:off x="0" y="0"/>
          <a:ext cx="0" cy="0"/>
          <a:chOff x="0" y="0"/>
          <a:chExt cx="0" cy="0"/>
        </a:xfrm>
      </p:grpSpPr>
      <p:pic>
        <p:nvPicPr>
          <p:cNvPr id="1210" name="Google Shape;1210;p122"/>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1211" name="Google Shape;1211;p122"/>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212" name="Google Shape;1212;p122"/>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213" name="Google Shape;1213;p122"/>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1214" name="Google Shape;1214;p122"/>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1215" name="Google Shape;1215;p12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16" name="Google Shape;1216;p122"/>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217" name="Google Shape;1217;p122"/>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1218" name="Google Shape;1218;p122"/>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9" name="Google Shape;1219;p122"/>
          <p:cNvSpPr/>
          <p:nvPr/>
        </p:nvSpPr>
        <p:spPr>
          <a:xfrm>
            <a:off x="243510" y="4665435"/>
            <a:ext cx="237600" cy="23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22"/>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2">
  <p:cSld name="TITLE_AND_BODY_2_1_1_4">
    <p:bg>
      <p:bgPr>
        <a:gradFill>
          <a:gsLst>
            <a:gs pos="0">
              <a:schemeClr val="dk1"/>
            </a:gs>
            <a:gs pos="29000">
              <a:schemeClr val="dk1"/>
            </a:gs>
            <a:gs pos="71000">
              <a:srgbClr val="89CCFE"/>
            </a:gs>
            <a:gs pos="100000">
              <a:srgbClr val="868CFE"/>
            </a:gs>
          </a:gsLst>
          <a:lin ang="5400700" scaled="0"/>
        </a:gradFill>
      </p:bgPr>
    </p:bg>
    <p:spTree>
      <p:nvGrpSpPr>
        <p:cNvPr id="1221" name="Shape 1221"/>
        <p:cNvGrpSpPr/>
        <p:nvPr/>
      </p:nvGrpSpPr>
      <p:grpSpPr>
        <a:xfrm>
          <a:off x="0" y="0"/>
          <a:ext cx="0" cy="0"/>
          <a:chOff x="0" y="0"/>
          <a:chExt cx="0" cy="0"/>
        </a:xfrm>
      </p:grpSpPr>
      <p:pic>
        <p:nvPicPr>
          <p:cNvPr id="1222" name="Google Shape;1222;p123"/>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1223" name="Google Shape;1223;p123"/>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224" name="Google Shape;1224;p123"/>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225" name="Google Shape;1225;p123"/>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1226" name="Google Shape;1226;p123"/>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1227" name="Google Shape;1227;p12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28" name="Google Shape;1228;p123"/>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229" name="Google Shape;1229;p12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1230" name="Google Shape;1230;p123"/>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31" name="Google Shape;1231;p123"/>
          <p:cNvSpPr/>
          <p:nvPr/>
        </p:nvSpPr>
        <p:spPr>
          <a:xfrm>
            <a:off x="243510" y="4665435"/>
            <a:ext cx="237600" cy="23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23"/>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ight" type="tx">
  <p:cSld name="TITLE_AND_BODY">
    <p:spTree>
      <p:nvGrpSpPr>
        <p:cNvPr id="1233" name="Shape 1233"/>
        <p:cNvGrpSpPr/>
        <p:nvPr/>
      </p:nvGrpSpPr>
      <p:grpSpPr>
        <a:xfrm>
          <a:off x="0" y="0"/>
          <a:ext cx="0" cy="0"/>
          <a:chOff x="0" y="0"/>
          <a:chExt cx="0" cy="0"/>
        </a:xfrm>
      </p:grpSpPr>
      <p:pic>
        <p:nvPicPr>
          <p:cNvPr id="1234" name="Google Shape;1234;p124" title="bg 6.png"/>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35" name="Google Shape;1235;p124"/>
          <p:cNvSpPr txBox="1"/>
          <p:nvPr>
            <p:ph type="title"/>
          </p:nvPr>
        </p:nvSpPr>
        <p:spPr>
          <a:xfrm>
            <a:off x="311700" y="286275"/>
            <a:ext cx="8520600" cy="572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36" name="Google Shape;1236;p124"/>
          <p:cNvSpPr txBox="1"/>
          <p:nvPr>
            <p:ph idx="1" type="body"/>
          </p:nvPr>
        </p:nvSpPr>
        <p:spPr>
          <a:xfrm>
            <a:off x="311700" y="1152475"/>
            <a:ext cx="8520600" cy="34164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points - dark">
  <p:cSld name="CUSTOM_6_1">
    <p:spTree>
      <p:nvGrpSpPr>
        <p:cNvPr id="1237" name="Shape 1237"/>
        <p:cNvGrpSpPr/>
        <p:nvPr/>
      </p:nvGrpSpPr>
      <p:grpSpPr>
        <a:xfrm>
          <a:off x="0" y="0"/>
          <a:ext cx="0" cy="0"/>
          <a:chOff x="0" y="0"/>
          <a:chExt cx="0" cy="0"/>
        </a:xfrm>
      </p:grpSpPr>
      <p:pic>
        <p:nvPicPr>
          <p:cNvPr id="1238" name="Google Shape;1238;p125" title="bg 7.png"/>
          <p:cNvPicPr preferRelativeResize="0"/>
          <p:nvPr/>
        </p:nvPicPr>
        <p:blipFill rotWithShape="1">
          <a:blip r:embed="rId2">
            <a:alphaModFix/>
          </a:blip>
          <a:srcRect b="0" l="0" r="0" t="0"/>
          <a:stretch/>
        </p:blipFill>
        <p:spPr>
          <a:xfrm>
            <a:off x="0" y="0"/>
            <a:ext cx="9144000" cy="5153325"/>
          </a:xfrm>
          <a:prstGeom prst="rect">
            <a:avLst/>
          </a:prstGeom>
          <a:noFill/>
          <a:ln>
            <a:noFill/>
          </a:ln>
        </p:spPr>
      </p:pic>
      <p:sp>
        <p:nvSpPr>
          <p:cNvPr id="1239" name="Google Shape;1239;p125"/>
          <p:cNvSpPr txBox="1"/>
          <p:nvPr>
            <p:ph type="title"/>
          </p:nvPr>
        </p:nvSpPr>
        <p:spPr>
          <a:xfrm>
            <a:off x="311700" y="286263"/>
            <a:ext cx="8520600" cy="572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80C8FF"/>
              </a:buClr>
              <a:buSzPts val="2800"/>
              <a:buNone/>
              <a:defRPr>
                <a:solidFill>
                  <a:srgbClr val="80C8FF"/>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40" name="Google Shape;1240;p125"/>
          <p:cNvSpPr txBox="1"/>
          <p:nvPr>
            <p:ph idx="1" type="subTitle"/>
          </p:nvPr>
        </p:nvSpPr>
        <p:spPr>
          <a:xfrm>
            <a:off x="1502700" y="1367200"/>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1" name="Google Shape;1241;p125"/>
          <p:cNvSpPr txBox="1"/>
          <p:nvPr>
            <p:ph idx="2" type="subTitle"/>
          </p:nvPr>
        </p:nvSpPr>
        <p:spPr>
          <a:xfrm>
            <a:off x="1502700" y="1948725"/>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2" name="Google Shape;1242;p125"/>
          <p:cNvSpPr txBox="1"/>
          <p:nvPr>
            <p:ph idx="3" type="subTitle"/>
          </p:nvPr>
        </p:nvSpPr>
        <p:spPr>
          <a:xfrm>
            <a:off x="1502700" y="2530250"/>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3" name="Google Shape;1243;p125"/>
          <p:cNvSpPr txBox="1"/>
          <p:nvPr>
            <p:ph idx="4" type="subTitle"/>
          </p:nvPr>
        </p:nvSpPr>
        <p:spPr>
          <a:xfrm>
            <a:off x="1502700" y="3111775"/>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4" name="Google Shape;1244;p125"/>
          <p:cNvSpPr txBox="1"/>
          <p:nvPr>
            <p:ph idx="5" type="subTitle"/>
          </p:nvPr>
        </p:nvSpPr>
        <p:spPr>
          <a:xfrm>
            <a:off x="1502700" y="3693300"/>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5" name="Google Shape;1245;p125"/>
          <p:cNvSpPr txBox="1"/>
          <p:nvPr>
            <p:ph idx="6" type="subTitle"/>
          </p:nvPr>
        </p:nvSpPr>
        <p:spPr>
          <a:xfrm>
            <a:off x="311700" y="1367200"/>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
        <p:nvSpPr>
          <p:cNvPr id="1246" name="Google Shape;1246;p125"/>
          <p:cNvSpPr txBox="1"/>
          <p:nvPr>
            <p:ph idx="7" type="subTitle"/>
          </p:nvPr>
        </p:nvSpPr>
        <p:spPr>
          <a:xfrm>
            <a:off x="311700" y="1948725"/>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
        <p:nvSpPr>
          <p:cNvPr id="1247" name="Google Shape;1247;p125"/>
          <p:cNvSpPr txBox="1"/>
          <p:nvPr>
            <p:ph idx="8" type="subTitle"/>
          </p:nvPr>
        </p:nvSpPr>
        <p:spPr>
          <a:xfrm>
            <a:off x="311700" y="2530250"/>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
        <p:nvSpPr>
          <p:cNvPr id="1248" name="Google Shape;1248;p125"/>
          <p:cNvSpPr txBox="1"/>
          <p:nvPr>
            <p:ph idx="9" type="subTitle"/>
          </p:nvPr>
        </p:nvSpPr>
        <p:spPr>
          <a:xfrm>
            <a:off x="311700" y="3111775"/>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
        <p:nvSpPr>
          <p:cNvPr id="1249" name="Google Shape;1249;p125"/>
          <p:cNvSpPr txBox="1"/>
          <p:nvPr>
            <p:ph idx="13" type="subTitle"/>
          </p:nvPr>
        </p:nvSpPr>
        <p:spPr>
          <a:xfrm>
            <a:off x="311700" y="3693300"/>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theme" Target="../theme/theme1.xml"/><Relationship Id="rId50" Type="http://schemas.openxmlformats.org/officeDocument/2006/relationships/slideLayout" Target="../slideLayouts/slideLayout5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31" Type="http://schemas.openxmlformats.org/officeDocument/2006/relationships/slideLayout" Target="../slideLayouts/slideLayout81.xml"/><Relationship Id="rId30" Type="http://schemas.openxmlformats.org/officeDocument/2006/relationships/slideLayout" Target="../slideLayouts/slideLayout80.xml"/><Relationship Id="rId33" Type="http://schemas.openxmlformats.org/officeDocument/2006/relationships/slideLayout" Target="../slideLayouts/slideLayout83.xml"/><Relationship Id="rId32" Type="http://schemas.openxmlformats.org/officeDocument/2006/relationships/slideLayout" Target="../slideLayouts/slideLayout82.xml"/><Relationship Id="rId35" Type="http://schemas.openxmlformats.org/officeDocument/2006/relationships/slideLayout" Target="../slideLayouts/slideLayout85.xml"/><Relationship Id="rId34" Type="http://schemas.openxmlformats.org/officeDocument/2006/relationships/slideLayout" Target="../slideLayouts/slideLayout84.xml"/><Relationship Id="rId37" Type="http://schemas.openxmlformats.org/officeDocument/2006/relationships/theme" Target="../theme/theme3.xml"/><Relationship Id="rId36" Type="http://schemas.openxmlformats.org/officeDocument/2006/relationships/slideLayout" Target="../slideLayouts/slideLayout86.xml"/><Relationship Id="rId20" Type="http://schemas.openxmlformats.org/officeDocument/2006/relationships/slideLayout" Target="../slideLayouts/slideLayout70.xml"/><Relationship Id="rId22" Type="http://schemas.openxmlformats.org/officeDocument/2006/relationships/slideLayout" Target="../slideLayouts/slideLayout72.xml"/><Relationship Id="rId21" Type="http://schemas.openxmlformats.org/officeDocument/2006/relationships/slideLayout" Target="../slideLayouts/slideLayout71.xml"/><Relationship Id="rId24" Type="http://schemas.openxmlformats.org/officeDocument/2006/relationships/slideLayout" Target="../slideLayouts/slideLayout74.xml"/><Relationship Id="rId23" Type="http://schemas.openxmlformats.org/officeDocument/2006/relationships/slideLayout" Target="../slideLayouts/slideLayout73.xml"/><Relationship Id="rId26" Type="http://schemas.openxmlformats.org/officeDocument/2006/relationships/slideLayout" Target="../slideLayouts/slideLayout76.xml"/><Relationship Id="rId25" Type="http://schemas.openxmlformats.org/officeDocument/2006/relationships/slideLayout" Target="../slideLayouts/slideLayout75.xml"/><Relationship Id="rId28" Type="http://schemas.openxmlformats.org/officeDocument/2006/relationships/slideLayout" Target="../slideLayouts/slideLayout78.xml"/><Relationship Id="rId27" Type="http://schemas.openxmlformats.org/officeDocument/2006/relationships/slideLayout" Target="../slideLayouts/slideLayout77.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9" Type="http://schemas.openxmlformats.org/officeDocument/2006/relationships/slideLayout" Target="../slideLayouts/slideLayout69.xml"/><Relationship Id="rId18" Type="http://schemas.openxmlformats.org/officeDocument/2006/relationships/slideLayout" Target="../slideLayouts/slideLayout68.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slideLayout" Target="../slideLayouts/slideLayout88.xml"/><Relationship Id="rId3" Type="http://schemas.openxmlformats.org/officeDocument/2006/relationships/slideLayout" Target="../slideLayouts/slideLayout89.xml"/><Relationship Id="rId4" Type="http://schemas.openxmlformats.org/officeDocument/2006/relationships/slideLayout" Target="../slideLayouts/slideLayout90.xml"/><Relationship Id="rId9" Type="http://schemas.openxmlformats.org/officeDocument/2006/relationships/slideLayout" Target="../slideLayouts/slideLayout95.xml"/><Relationship Id="rId5" Type="http://schemas.openxmlformats.org/officeDocument/2006/relationships/slideLayout" Target="../slideLayouts/slideLayout91.xml"/><Relationship Id="rId6" Type="http://schemas.openxmlformats.org/officeDocument/2006/relationships/slideLayout" Target="../slideLayouts/slideLayout92.xml"/><Relationship Id="rId7" Type="http://schemas.openxmlformats.org/officeDocument/2006/relationships/slideLayout" Target="../slideLayouts/slideLayout93.xml"/><Relationship Id="rId8" Type="http://schemas.openxmlformats.org/officeDocument/2006/relationships/slideLayout" Target="../slideLayouts/slideLayout94.xml"/><Relationship Id="rId31" Type="http://schemas.openxmlformats.org/officeDocument/2006/relationships/slideLayout" Target="../slideLayouts/slideLayout117.xml"/><Relationship Id="rId30" Type="http://schemas.openxmlformats.org/officeDocument/2006/relationships/slideLayout" Target="../slideLayouts/slideLayout116.xml"/><Relationship Id="rId33" Type="http://schemas.openxmlformats.org/officeDocument/2006/relationships/slideLayout" Target="../slideLayouts/slideLayout119.xml"/><Relationship Id="rId32" Type="http://schemas.openxmlformats.org/officeDocument/2006/relationships/slideLayout" Target="../slideLayouts/slideLayout118.xml"/><Relationship Id="rId35" Type="http://schemas.openxmlformats.org/officeDocument/2006/relationships/slideLayout" Target="../slideLayouts/slideLayout121.xml"/><Relationship Id="rId34" Type="http://schemas.openxmlformats.org/officeDocument/2006/relationships/slideLayout" Target="../slideLayouts/slideLayout120.xml"/><Relationship Id="rId37" Type="http://schemas.openxmlformats.org/officeDocument/2006/relationships/theme" Target="../theme/theme2.xml"/><Relationship Id="rId36" Type="http://schemas.openxmlformats.org/officeDocument/2006/relationships/slideLayout" Target="../slideLayouts/slideLayout122.xml"/><Relationship Id="rId20" Type="http://schemas.openxmlformats.org/officeDocument/2006/relationships/slideLayout" Target="../slideLayouts/slideLayout106.xml"/><Relationship Id="rId22" Type="http://schemas.openxmlformats.org/officeDocument/2006/relationships/slideLayout" Target="../slideLayouts/slideLayout108.xml"/><Relationship Id="rId21" Type="http://schemas.openxmlformats.org/officeDocument/2006/relationships/slideLayout" Target="../slideLayouts/slideLayout107.xml"/><Relationship Id="rId24" Type="http://schemas.openxmlformats.org/officeDocument/2006/relationships/slideLayout" Target="../slideLayouts/slideLayout110.xml"/><Relationship Id="rId23" Type="http://schemas.openxmlformats.org/officeDocument/2006/relationships/slideLayout" Target="../slideLayouts/slideLayout109.xml"/><Relationship Id="rId26" Type="http://schemas.openxmlformats.org/officeDocument/2006/relationships/slideLayout" Target="../slideLayouts/slideLayout112.xml"/><Relationship Id="rId25" Type="http://schemas.openxmlformats.org/officeDocument/2006/relationships/slideLayout" Target="../slideLayouts/slideLayout111.xml"/><Relationship Id="rId28" Type="http://schemas.openxmlformats.org/officeDocument/2006/relationships/slideLayout" Target="../slideLayouts/slideLayout114.xml"/><Relationship Id="rId27" Type="http://schemas.openxmlformats.org/officeDocument/2006/relationships/slideLayout" Target="../slideLayouts/slideLayout113.xml"/><Relationship Id="rId29" Type="http://schemas.openxmlformats.org/officeDocument/2006/relationships/slideLayout" Target="../slideLayouts/slideLayout115.xml"/><Relationship Id="rId11" Type="http://schemas.openxmlformats.org/officeDocument/2006/relationships/slideLayout" Target="../slideLayouts/slideLayout97.xml"/><Relationship Id="rId10" Type="http://schemas.openxmlformats.org/officeDocument/2006/relationships/slideLayout" Target="../slideLayouts/slideLayout96.xml"/><Relationship Id="rId13" Type="http://schemas.openxmlformats.org/officeDocument/2006/relationships/slideLayout" Target="../slideLayouts/slideLayout99.xml"/><Relationship Id="rId12" Type="http://schemas.openxmlformats.org/officeDocument/2006/relationships/slideLayout" Target="../slideLayouts/slideLayout98.xml"/><Relationship Id="rId15" Type="http://schemas.openxmlformats.org/officeDocument/2006/relationships/slideLayout" Target="../slideLayouts/slideLayout101.xml"/><Relationship Id="rId14" Type="http://schemas.openxmlformats.org/officeDocument/2006/relationships/slideLayout" Target="../slideLayouts/slideLayout100.xml"/><Relationship Id="rId17" Type="http://schemas.openxmlformats.org/officeDocument/2006/relationships/slideLayout" Target="../slideLayouts/slideLayout103.xml"/><Relationship Id="rId16" Type="http://schemas.openxmlformats.org/officeDocument/2006/relationships/slideLayout" Target="../slideLayouts/slideLayout102.xml"/><Relationship Id="rId19" Type="http://schemas.openxmlformats.org/officeDocument/2006/relationships/slideLayout" Target="../slideLayouts/slideLayout105.xml"/><Relationship Id="rId18"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86263"/>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Inter Tight"/>
              <a:buNone/>
              <a:defRPr sz="3200">
                <a:solidFill>
                  <a:schemeClr val="dk1"/>
                </a:solidFill>
                <a:latin typeface="Inter Tight"/>
                <a:ea typeface="Inter Tight"/>
                <a:cs typeface="Inter Tight"/>
                <a:sym typeface="Inter Tigh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030710"/>
              </a:buClr>
              <a:buSzPts val="1800"/>
              <a:buFont typeface="Inter Tight"/>
              <a:buChar char="●"/>
              <a:defRPr sz="1800">
                <a:solidFill>
                  <a:srgbClr val="030710"/>
                </a:solidFill>
                <a:latin typeface="Inter Tight"/>
                <a:ea typeface="Inter Tight"/>
                <a:cs typeface="Inter Tight"/>
                <a:sym typeface="Inter Tight"/>
              </a:defRPr>
            </a:lvl1pPr>
            <a:lvl2pPr indent="-317500" lvl="1" marL="9144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2pPr>
            <a:lvl3pPr indent="-317500" lvl="2" marL="13716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3pPr>
            <a:lvl4pPr indent="-317500" lvl="3" marL="18288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4pPr>
            <a:lvl5pPr indent="-317500" lvl="4" marL="22860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5pPr>
            <a:lvl6pPr indent="-317500" lvl="5" marL="27432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6pPr>
            <a:lvl7pPr indent="-317500" lvl="6" marL="32004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7pPr>
            <a:lvl8pPr indent="-317500" lvl="7" marL="36576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8pPr>
            <a:lvl9pPr indent="-317500" lvl="8" marL="41148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dk1"/>
        </a:solidFill>
      </p:bgPr>
    </p:bg>
    <p:spTree>
      <p:nvGrpSpPr>
        <p:cNvPr id="408" name="Shape 408"/>
        <p:cNvGrpSpPr/>
        <p:nvPr/>
      </p:nvGrpSpPr>
      <p:grpSpPr>
        <a:xfrm>
          <a:off x="0" y="0"/>
          <a:ext cx="0" cy="0"/>
          <a:chOff x="0" y="0"/>
          <a:chExt cx="0" cy="0"/>
        </a:xfrm>
      </p:grpSpPr>
      <p:sp>
        <p:nvSpPr>
          <p:cNvPr id="409" name="Google Shape;409;p52"/>
          <p:cNvSpPr txBox="1"/>
          <p:nvPr>
            <p:ph type="title"/>
          </p:nvPr>
        </p:nvSpPr>
        <p:spPr>
          <a:xfrm>
            <a:off x="556550" y="445025"/>
            <a:ext cx="8100000" cy="872400"/>
          </a:xfrm>
          <a:prstGeom prst="rect">
            <a:avLst/>
          </a:prstGeom>
          <a:noFill/>
          <a:ln>
            <a:noFill/>
          </a:ln>
        </p:spPr>
        <p:txBody>
          <a:bodyPr anchorCtr="0" anchor="t" bIns="0" lIns="0" spcFirstLastPara="1" rIns="0" wrap="square" tIns="0">
            <a:normAutofit/>
          </a:bodyPr>
          <a:lstStyle>
            <a:lvl1pPr lvl="0"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1pPr>
            <a:lvl2pPr lvl="1"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2pPr>
            <a:lvl3pPr lvl="2"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3pPr>
            <a:lvl4pPr lvl="3"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4pPr>
            <a:lvl5pPr lvl="4"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5pPr>
            <a:lvl6pPr lvl="5"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6pPr>
            <a:lvl7pPr lvl="6"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7pPr>
            <a:lvl8pPr lvl="7"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8pPr>
            <a:lvl9pPr lvl="8"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9pPr>
          </a:lstStyle>
          <a:p/>
        </p:txBody>
      </p:sp>
      <p:sp>
        <p:nvSpPr>
          <p:cNvPr id="410" name="Google Shape;410;p52"/>
          <p:cNvSpPr txBox="1"/>
          <p:nvPr>
            <p:ph idx="1" type="body"/>
          </p:nvPr>
        </p:nvSpPr>
        <p:spPr>
          <a:xfrm>
            <a:off x="556550" y="1672450"/>
            <a:ext cx="8062800" cy="2514600"/>
          </a:xfrm>
          <a:prstGeom prst="rect">
            <a:avLst/>
          </a:prstGeom>
          <a:noFill/>
          <a:ln>
            <a:noFill/>
          </a:ln>
        </p:spPr>
        <p:txBody>
          <a:bodyPr anchorCtr="0" anchor="t" bIns="0" lIns="0" spcFirstLastPara="1" rIns="0" wrap="square" tIns="0">
            <a:normAutofit/>
          </a:bodyPr>
          <a:lstStyle>
            <a:lvl1pPr indent="-304800" lvl="0" marL="4572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1pPr>
            <a:lvl2pPr indent="-304800" lvl="1" marL="9144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2pPr>
            <a:lvl3pPr indent="-304800" lvl="2" marL="13716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3pPr>
            <a:lvl4pPr indent="-304800" lvl="3" marL="18288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4pPr>
            <a:lvl5pPr indent="-304800" lvl="4" marL="22860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5pPr>
            <a:lvl6pPr indent="-304800" lvl="5" marL="27432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6pPr>
            <a:lvl7pPr indent="-304800" lvl="6" marL="32004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7pPr>
            <a:lvl8pPr indent="-304800" lvl="7" marL="36576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8pPr>
            <a:lvl9pPr indent="-304800" lvl="8" marL="41148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dk1"/>
        </a:solidFill>
      </p:bgPr>
    </p:bg>
    <p:spTree>
      <p:nvGrpSpPr>
        <p:cNvPr id="829" name="Shape 829"/>
        <p:cNvGrpSpPr/>
        <p:nvPr/>
      </p:nvGrpSpPr>
      <p:grpSpPr>
        <a:xfrm>
          <a:off x="0" y="0"/>
          <a:ext cx="0" cy="0"/>
          <a:chOff x="0" y="0"/>
          <a:chExt cx="0" cy="0"/>
        </a:xfrm>
      </p:grpSpPr>
      <p:sp>
        <p:nvSpPr>
          <p:cNvPr id="830" name="Google Shape;830;p89"/>
          <p:cNvSpPr txBox="1"/>
          <p:nvPr>
            <p:ph type="title"/>
          </p:nvPr>
        </p:nvSpPr>
        <p:spPr>
          <a:xfrm>
            <a:off x="556550" y="445025"/>
            <a:ext cx="8100000" cy="872400"/>
          </a:xfrm>
          <a:prstGeom prst="rect">
            <a:avLst/>
          </a:prstGeom>
          <a:noFill/>
          <a:ln>
            <a:noFill/>
          </a:ln>
        </p:spPr>
        <p:txBody>
          <a:bodyPr anchorCtr="0" anchor="t" bIns="0" lIns="0" spcFirstLastPara="1" rIns="0" wrap="square" tIns="0">
            <a:normAutofit/>
          </a:bodyPr>
          <a:lstStyle>
            <a:lvl1pPr lvl="0"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1pPr>
            <a:lvl2pPr lvl="1"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2pPr>
            <a:lvl3pPr lvl="2"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3pPr>
            <a:lvl4pPr lvl="3"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4pPr>
            <a:lvl5pPr lvl="4"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5pPr>
            <a:lvl6pPr lvl="5"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6pPr>
            <a:lvl7pPr lvl="6"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7pPr>
            <a:lvl8pPr lvl="7"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8pPr>
            <a:lvl9pPr lvl="8"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9pPr>
          </a:lstStyle>
          <a:p/>
        </p:txBody>
      </p:sp>
      <p:sp>
        <p:nvSpPr>
          <p:cNvPr id="831" name="Google Shape;831;p89"/>
          <p:cNvSpPr txBox="1"/>
          <p:nvPr>
            <p:ph idx="1" type="body"/>
          </p:nvPr>
        </p:nvSpPr>
        <p:spPr>
          <a:xfrm>
            <a:off x="556550" y="1672450"/>
            <a:ext cx="8062800" cy="2514600"/>
          </a:xfrm>
          <a:prstGeom prst="rect">
            <a:avLst/>
          </a:prstGeom>
          <a:noFill/>
          <a:ln>
            <a:noFill/>
          </a:ln>
        </p:spPr>
        <p:txBody>
          <a:bodyPr anchorCtr="0" anchor="t" bIns="0" lIns="0" spcFirstLastPara="1" rIns="0" wrap="square" tIns="0">
            <a:normAutofit/>
          </a:bodyPr>
          <a:lstStyle>
            <a:lvl1pPr indent="-304800" lvl="0" marL="4572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1pPr>
            <a:lvl2pPr indent="-304800" lvl="1" marL="9144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2pPr>
            <a:lvl3pPr indent="-304800" lvl="2" marL="13716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3pPr>
            <a:lvl4pPr indent="-304800" lvl="3" marL="18288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4pPr>
            <a:lvl5pPr indent="-304800" lvl="4" marL="22860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5pPr>
            <a:lvl6pPr indent="-304800" lvl="5" marL="27432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6pPr>
            <a:lvl7pPr indent="-304800" lvl="6" marL="32004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7pPr>
            <a:lvl8pPr indent="-304800" lvl="7" marL="36576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8pPr>
            <a:lvl9pPr indent="-304800" lvl="8" marL="41148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 id="2147483758" r:id="rId25"/>
    <p:sldLayoutId id="2147483759" r:id="rId26"/>
    <p:sldLayoutId id="2147483760" r:id="rId27"/>
    <p:sldLayoutId id="2147483761" r:id="rId28"/>
    <p:sldLayoutId id="2147483762" r:id="rId29"/>
    <p:sldLayoutId id="2147483763" r:id="rId30"/>
    <p:sldLayoutId id="2147483764" r:id="rId31"/>
    <p:sldLayoutId id="2147483765" r:id="rId32"/>
    <p:sldLayoutId id="2147483766" r:id="rId33"/>
    <p:sldLayoutId id="2147483767" r:id="rId34"/>
    <p:sldLayoutId id="2147483768" r:id="rId35"/>
    <p:sldLayoutId id="2147483769"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6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7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6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7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7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 Id="rId3" Type="http://schemas.openxmlformats.org/officeDocument/2006/relationships/image" Target="../media/image7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 Id="rId3" Type="http://schemas.openxmlformats.org/officeDocument/2006/relationships/image" Target="../media/image6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 Id="rId3" Type="http://schemas.openxmlformats.org/officeDocument/2006/relationships/image" Target="../media/image7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 Id="rId3" Type="http://schemas.openxmlformats.org/officeDocument/2006/relationships/image" Target="../media/image7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 Id="rId3" Type="http://schemas.openxmlformats.org/officeDocument/2006/relationships/image" Target="../media/image7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 Id="rId3" Type="http://schemas.openxmlformats.org/officeDocument/2006/relationships/image" Target="../media/image7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 Id="rId3" Type="http://schemas.openxmlformats.org/officeDocument/2006/relationships/image" Target="../media/image7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1.xml"/><Relationship Id="rId3" Type="http://schemas.openxmlformats.org/officeDocument/2006/relationships/image" Target="../media/image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 Id="rId3" Type="http://schemas.openxmlformats.org/officeDocument/2006/relationships/image" Target="../media/image7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 Id="rId3"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 Id="rId3" Type="http://schemas.openxmlformats.org/officeDocument/2006/relationships/image" Target="../media/image7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5.xml"/><Relationship Id="rId3" Type="http://schemas.openxmlformats.org/officeDocument/2006/relationships/image" Target="../media/image7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1.xml"/><Relationship Id="rId3"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2.xml"/><Relationship Id="rId3" Type="http://schemas.openxmlformats.org/officeDocument/2006/relationships/image" Target="../media/image7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3.xml"/><Relationship Id="rId3" Type="http://schemas.openxmlformats.org/officeDocument/2006/relationships/image" Target="../media/image7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 Id="rId3" Type="http://schemas.openxmlformats.org/officeDocument/2006/relationships/image" Target="../media/image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5.xml"/><Relationship Id="rId3" Type="http://schemas.openxmlformats.org/officeDocument/2006/relationships/image" Target="../media/image7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6.xml"/><Relationship Id="rId3" Type="http://schemas.openxmlformats.org/officeDocument/2006/relationships/image" Target="../media/image7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7.xml"/><Relationship Id="rId3" Type="http://schemas.openxmlformats.org/officeDocument/2006/relationships/image" Target="../media/image7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8.xml"/><Relationship Id="rId3" Type="http://schemas.openxmlformats.org/officeDocument/2006/relationships/image" Target="../media/image7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9.xml"/><Relationship Id="rId3" Type="http://schemas.openxmlformats.org/officeDocument/2006/relationships/image" Target="../media/image76.png"/><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0.xml"/><Relationship Id="rId3" Type="http://schemas.openxmlformats.org/officeDocument/2006/relationships/image" Target="../media/image7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1.xml"/><Relationship Id="rId3" Type="http://schemas.openxmlformats.org/officeDocument/2006/relationships/image" Target="../media/image7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2.xml"/><Relationship Id="rId3" Type="http://schemas.openxmlformats.org/officeDocument/2006/relationships/image" Target="../media/image7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3.xml"/><Relationship Id="rId3" Type="http://schemas.openxmlformats.org/officeDocument/2006/relationships/image" Target="../media/image7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4.xml"/><Relationship Id="rId3" Type="http://schemas.openxmlformats.org/officeDocument/2006/relationships/image" Target="../media/image7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5.xml"/><Relationship Id="rId3" Type="http://schemas.openxmlformats.org/officeDocument/2006/relationships/image" Target="../media/image7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6.xml"/><Relationship Id="rId3" Type="http://schemas.openxmlformats.org/officeDocument/2006/relationships/image" Target="../media/image7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7.xml"/><Relationship Id="rId3" Type="http://schemas.openxmlformats.org/officeDocument/2006/relationships/image" Target="../media/image7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8.xml"/><Relationship Id="rId3" Type="http://schemas.openxmlformats.org/officeDocument/2006/relationships/image" Target="../media/image7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9.xml"/><Relationship Id="rId3" Type="http://schemas.openxmlformats.org/officeDocument/2006/relationships/image" Target="../media/image7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0.xml"/><Relationship Id="rId3" Type="http://schemas.openxmlformats.org/officeDocument/2006/relationships/image" Target="../media/image7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1.xml"/><Relationship Id="rId3" Type="http://schemas.openxmlformats.org/officeDocument/2006/relationships/image" Target="../media/image76.png"/><Relationship Id="rId4" Type="http://schemas.openxmlformats.org/officeDocument/2006/relationships/image" Target="../media/image9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5.xml"/><Relationship Id="rId3" Type="http://schemas.openxmlformats.org/officeDocument/2006/relationships/image" Target="../media/image81.jpg"/><Relationship Id="rId4" Type="http://schemas.openxmlformats.org/officeDocument/2006/relationships/image" Target="../media/image8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7.xml"/><Relationship Id="rId3" Type="http://schemas.openxmlformats.org/officeDocument/2006/relationships/image" Target="../media/image8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8.xml"/><Relationship Id="rId3" Type="http://schemas.openxmlformats.org/officeDocument/2006/relationships/image" Target="../media/image7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9.xml"/><Relationship Id="rId3" Type="http://schemas.openxmlformats.org/officeDocument/2006/relationships/image" Target="../media/image8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0.xml"/><Relationship Id="rId3" Type="http://schemas.openxmlformats.org/officeDocument/2006/relationships/image" Target="../media/image9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1.xml"/><Relationship Id="rId3" Type="http://schemas.openxmlformats.org/officeDocument/2006/relationships/image" Target="../media/image7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2.xml"/><Relationship Id="rId3" Type="http://schemas.openxmlformats.org/officeDocument/2006/relationships/image" Target="../media/image9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3.xml"/><Relationship Id="rId3" Type="http://schemas.openxmlformats.org/officeDocument/2006/relationships/image" Target="../media/image9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3.xml"/><Relationship Id="rId3" Type="http://schemas.openxmlformats.org/officeDocument/2006/relationships/image" Target="../media/image77.png"/><Relationship Id="rId4" Type="http://schemas.openxmlformats.org/officeDocument/2006/relationships/image" Target="../media/image7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4.xml"/><Relationship Id="rId3" Type="http://schemas.openxmlformats.org/officeDocument/2006/relationships/image" Target="../media/image77.png"/><Relationship Id="rId4" Type="http://schemas.openxmlformats.org/officeDocument/2006/relationships/image" Target="../media/image83.png"/><Relationship Id="rId5" Type="http://schemas.openxmlformats.org/officeDocument/2006/relationships/image" Target="../media/image79.png"/><Relationship Id="rId6" Type="http://schemas.openxmlformats.org/officeDocument/2006/relationships/image" Target="../media/image88.png"/><Relationship Id="rId7" Type="http://schemas.openxmlformats.org/officeDocument/2006/relationships/image" Target="../media/image7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7.xml"/><Relationship Id="rId3" Type="http://schemas.openxmlformats.org/officeDocument/2006/relationships/image" Target="../media/image70.png"/><Relationship Id="rId4" Type="http://schemas.openxmlformats.org/officeDocument/2006/relationships/image" Target="../media/image8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8.xml"/><Relationship Id="rId3" Type="http://schemas.openxmlformats.org/officeDocument/2006/relationships/image" Target="../media/image70.png"/><Relationship Id="rId4" Type="http://schemas.openxmlformats.org/officeDocument/2006/relationships/image" Target="../media/image8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9.xml"/><Relationship Id="rId3" Type="http://schemas.openxmlformats.org/officeDocument/2006/relationships/image" Target="../media/image70.png"/><Relationship Id="rId4" Type="http://schemas.openxmlformats.org/officeDocument/2006/relationships/image" Target="../media/image8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0.xml"/><Relationship Id="rId3" Type="http://schemas.openxmlformats.org/officeDocument/2006/relationships/image" Target="../media/image70.png"/><Relationship Id="rId4" Type="http://schemas.openxmlformats.org/officeDocument/2006/relationships/image" Target="../media/image8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1.xml"/><Relationship Id="rId3" Type="http://schemas.openxmlformats.org/officeDocument/2006/relationships/image" Target="../media/image70.png"/><Relationship Id="rId4" Type="http://schemas.openxmlformats.org/officeDocument/2006/relationships/image" Target="../media/image8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5.xml"/><Relationship Id="rId3" Type="http://schemas.openxmlformats.org/officeDocument/2006/relationships/image" Target="../media/image8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6.xml"/><Relationship Id="rId3" Type="http://schemas.openxmlformats.org/officeDocument/2006/relationships/image" Target="../media/image8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7.xml"/><Relationship Id="rId3" Type="http://schemas.openxmlformats.org/officeDocument/2006/relationships/image" Target="../media/image8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8.xml"/><Relationship Id="rId3" Type="http://schemas.openxmlformats.org/officeDocument/2006/relationships/image" Target="../media/image9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9.xml"/><Relationship Id="rId3" Type="http://schemas.openxmlformats.org/officeDocument/2006/relationships/image" Target="../media/image9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10.xml"/><Relationship Id="rId3" Type="http://schemas.openxmlformats.org/officeDocument/2006/relationships/image" Target="../media/image9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11.xml"/><Relationship Id="rId3" Type="http://schemas.openxmlformats.org/officeDocument/2006/relationships/image" Target="../media/image9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12.xml"/><Relationship Id="rId3" Type="http://schemas.openxmlformats.org/officeDocument/2006/relationships/image" Target="../media/image96.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91.png"/><Relationship Id="rId4" Type="http://schemas.openxmlformats.org/officeDocument/2006/relationships/hyperlink" Target="https://academy.langchain.com/courses/foundation-introduction-to-deepagents" TargetMode="External"/><Relationship Id="rId5" Type="http://schemas.openxmlformats.org/officeDocument/2006/relationships/image" Target="../media/image97.png"/><Relationship Id="rId6" Type="http://schemas.openxmlformats.org/officeDocument/2006/relationships/hyperlink" Target="https://github.com/jesswenglc/oreilly-agent-memory-showcas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1"/>
            </a:gs>
            <a:gs pos="57000">
              <a:schemeClr val="dk1"/>
            </a:gs>
            <a:gs pos="91000">
              <a:srgbClr val="89CCFE"/>
            </a:gs>
            <a:gs pos="100000">
              <a:srgbClr val="868CFE"/>
            </a:gs>
          </a:gsLst>
          <a:lin ang="5400012" scaled="0"/>
        </a:gradFill>
      </p:bgPr>
    </p:bg>
    <p:spTree>
      <p:nvGrpSpPr>
        <p:cNvPr id="1253" name="Shape 1253"/>
        <p:cNvGrpSpPr/>
        <p:nvPr/>
      </p:nvGrpSpPr>
      <p:grpSpPr>
        <a:xfrm>
          <a:off x="0" y="0"/>
          <a:ext cx="0" cy="0"/>
          <a:chOff x="0" y="0"/>
          <a:chExt cx="0" cy="0"/>
        </a:xfrm>
      </p:grpSpPr>
      <p:sp>
        <p:nvSpPr>
          <p:cNvPr id="1254" name="Google Shape;1254;p126"/>
          <p:cNvSpPr txBox="1"/>
          <p:nvPr>
            <p:ph type="ctrTitle"/>
          </p:nvPr>
        </p:nvSpPr>
        <p:spPr>
          <a:xfrm>
            <a:off x="3717825" y="2204437"/>
            <a:ext cx="3923400" cy="1227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600"/>
              <a:buNone/>
            </a:pPr>
            <a:r>
              <a:rPr lang="en" sz="2540">
                <a:solidFill>
                  <a:schemeClr val="lt1"/>
                </a:solidFill>
              </a:rPr>
              <a:t>How Deep Agents Remember Without Keeping Everything in Context</a:t>
            </a:r>
            <a:endParaRPr sz="2540">
              <a:solidFill>
                <a:schemeClr val="lt1"/>
              </a:solidFill>
            </a:endParaRPr>
          </a:p>
        </p:txBody>
      </p:sp>
      <p:sp>
        <p:nvSpPr>
          <p:cNvPr id="1255" name="Google Shape;1255;p126"/>
          <p:cNvSpPr txBox="1"/>
          <p:nvPr>
            <p:ph idx="4294967295" type="title"/>
          </p:nvPr>
        </p:nvSpPr>
        <p:spPr>
          <a:xfrm>
            <a:off x="7122551" y="4474150"/>
            <a:ext cx="1895400" cy="5454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2800"/>
              <a:buNone/>
            </a:pPr>
            <a:r>
              <a:rPr lang="en" sz="2900">
                <a:solidFill>
                  <a:srgbClr val="CCE9FF"/>
                </a:solidFill>
              </a:rPr>
              <a:t>Jess Weng</a:t>
            </a:r>
            <a:endParaRPr sz="2900">
              <a:solidFill>
                <a:srgbClr val="CCE9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27"/>
          <p:cNvSpPr txBox="1"/>
          <p:nvPr>
            <p:ph idx="4294967295" type="body"/>
          </p:nvPr>
        </p:nvSpPr>
        <p:spPr>
          <a:xfrm>
            <a:off x="2001900" y="1187257"/>
            <a:ext cx="5140200" cy="1203000"/>
          </a:xfrm>
          <a:prstGeom prst="rect">
            <a:avLst/>
          </a:prstGeom>
          <a:noFill/>
          <a:ln>
            <a:noFill/>
          </a:ln>
        </p:spPr>
        <p:txBody>
          <a:bodyPr anchorCtr="0" anchor="ctr" bIns="0" lIns="0" spcFirstLastPara="1" rIns="0" wrap="square" tIns="0">
            <a:normAutofit fontScale="85000" lnSpcReduction="20000"/>
          </a:bodyPr>
          <a:lstStyle/>
          <a:p>
            <a:pPr indent="0" lvl="0" marL="0" rtl="0" algn="ctr">
              <a:lnSpc>
                <a:spcPct val="150000"/>
              </a:lnSpc>
              <a:spcBef>
                <a:spcPts val="0"/>
              </a:spcBef>
              <a:spcAft>
                <a:spcPts val="0"/>
              </a:spcAft>
              <a:buSzPct val="30000"/>
              <a:buNone/>
            </a:pPr>
            <a:r>
              <a:rPr lang="en" sz="4000">
                <a:solidFill>
                  <a:srgbClr val="80C7FF"/>
                </a:solidFill>
                <a:latin typeface="Inter Tight"/>
                <a:ea typeface="Inter Tight"/>
                <a:cs typeface="Inter Tight"/>
                <a:sym typeface="Inter Tight"/>
              </a:rPr>
              <a:t>What do we mean by</a:t>
            </a:r>
            <a:endParaRPr sz="4000">
              <a:solidFill>
                <a:srgbClr val="80C7FF"/>
              </a:solidFill>
              <a:latin typeface="Inter Tight"/>
              <a:ea typeface="Inter Tight"/>
              <a:cs typeface="Inter Tight"/>
              <a:sym typeface="Inter Tight"/>
            </a:endParaRPr>
          </a:p>
          <a:p>
            <a:pPr indent="0" lvl="0" marL="0" rtl="0" algn="ctr">
              <a:lnSpc>
                <a:spcPct val="150000"/>
              </a:lnSpc>
              <a:spcBef>
                <a:spcPts val="0"/>
              </a:spcBef>
              <a:spcAft>
                <a:spcPts val="0"/>
              </a:spcAft>
              <a:buSzPct val="30000"/>
              <a:buNone/>
            </a:pPr>
            <a:r>
              <a:rPr lang="en" sz="4000">
                <a:solidFill>
                  <a:srgbClr val="80C7FF"/>
                </a:solidFill>
                <a:latin typeface="Inter Tight"/>
                <a:ea typeface="Inter Tight"/>
                <a:cs typeface="Inter Tight"/>
                <a:sym typeface="Inter Tight"/>
              </a:rPr>
              <a:t> “Agent Memory”</a:t>
            </a:r>
            <a:endParaRPr sz="4000">
              <a:solidFill>
                <a:srgbClr val="80C7FF"/>
              </a:solidFill>
              <a:latin typeface="Inter Tight"/>
              <a:ea typeface="Inter Tight"/>
              <a:cs typeface="Inter Tight"/>
              <a:sym typeface="Inter Tight"/>
            </a:endParaRPr>
          </a:p>
        </p:txBody>
      </p:sp>
      <p:graphicFrame>
        <p:nvGraphicFramePr>
          <p:cNvPr id="1261" name="Google Shape;1261;p127"/>
          <p:cNvGraphicFramePr/>
          <p:nvPr/>
        </p:nvGraphicFramePr>
        <p:xfrm>
          <a:off x="952500" y="2957600"/>
          <a:ext cx="3000000" cy="3000000"/>
        </p:xfrm>
        <a:graphic>
          <a:graphicData uri="http://schemas.openxmlformats.org/drawingml/2006/table">
            <a:tbl>
              <a:tblPr>
                <a:noFill/>
                <a:tableStyleId>{9B71062D-4E2A-4993-91A8-4627D3761283}</a:tableStyleId>
              </a:tblPr>
              <a:tblGrid>
                <a:gridCol w="3619500"/>
                <a:gridCol w="3619500"/>
              </a:tblGrid>
              <a:tr h="381000">
                <a:tc>
                  <a:txBody>
                    <a:bodyPr/>
                    <a:lstStyle/>
                    <a:p>
                      <a:pPr indent="0" lvl="0" marL="0" rtl="0" algn="ctr">
                        <a:spcBef>
                          <a:spcPts val="0"/>
                        </a:spcBef>
                        <a:spcAft>
                          <a:spcPts val="0"/>
                        </a:spcAft>
                        <a:buNone/>
                      </a:pPr>
                      <a:r>
                        <a:rPr lang="en" sz="2000">
                          <a:solidFill>
                            <a:srgbClr val="B2DEFF"/>
                          </a:solidFill>
                        </a:rPr>
                        <a:t>Short-term memory</a:t>
                      </a:r>
                      <a:endParaRPr sz="2000">
                        <a:solidFill>
                          <a:srgbClr val="B2DEFF"/>
                        </a:solidFill>
                      </a:endParaRPr>
                    </a:p>
                  </a:txBody>
                  <a:tcPr marT="91425" marB="91425" marR="91425" marL="91425" anchor="ctr"/>
                </a:tc>
                <a:tc>
                  <a:txBody>
                    <a:bodyPr/>
                    <a:lstStyle/>
                    <a:p>
                      <a:pPr indent="0" lvl="0" marL="0" rtl="0" algn="ctr">
                        <a:spcBef>
                          <a:spcPts val="0"/>
                        </a:spcBef>
                        <a:spcAft>
                          <a:spcPts val="0"/>
                        </a:spcAft>
                        <a:buNone/>
                      </a:pPr>
                      <a:r>
                        <a:rPr lang="en" sz="2000">
                          <a:solidFill>
                            <a:srgbClr val="B2DEFF"/>
                          </a:solidFill>
                        </a:rPr>
                        <a:t>Long-term memory</a:t>
                      </a:r>
                      <a:endParaRPr sz="2000">
                        <a:solidFill>
                          <a:srgbClr val="B2DEFF"/>
                        </a:solidFill>
                      </a:endParaRPr>
                    </a:p>
                  </a:txBody>
                  <a:tcPr marT="91425" marB="91425" marR="91425" marL="91425" anchor="ctr"/>
                </a:tc>
              </a:tr>
              <a:tr h="381000">
                <a:tc>
                  <a:txBody>
                    <a:bodyPr/>
                    <a:lstStyle/>
                    <a:p>
                      <a:pPr indent="0" lvl="0" marL="0" rtl="0" algn="ctr">
                        <a:spcBef>
                          <a:spcPts val="0"/>
                        </a:spcBef>
                        <a:spcAft>
                          <a:spcPts val="0"/>
                        </a:spcAft>
                        <a:buNone/>
                      </a:pPr>
                      <a:r>
                        <a:rPr lang="en" sz="1700">
                          <a:solidFill>
                            <a:schemeClr val="dk1"/>
                          </a:solidFill>
                        </a:rPr>
                        <a:t>W</a:t>
                      </a:r>
                      <a:r>
                        <a:rPr lang="en" sz="1700">
                          <a:solidFill>
                            <a:schemeClr val="dk1"/>
                          </a:solidFill>
                        </a:rPr>
                        <a:t>hat's in context right now</a:t>
                      </a:r>
                      <a:endParaRPr sz="2000">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sz="1700">
                          <a:solidFill>
                            <a:schemeClr val="dk1"/>
                          </a:solidFill>
                        </a:rPr>
                        <a:t>W</a:t>
                      </a:r>
                      <a:r>
                        <a:rPr lang="en" sz="1700">
                          <a:solidFill>
                            <a:schemeClr val="dk1"/>
                          </a:solidFill>
                        </a:rPr>
                        <a:t>hat persists across sessions</a:t>
                      </a:r>
                      <a:endParaRPr sz="2000">
                        <a:solidFill>
                          <a:schemeClr val="dk1"/>
                        </a:solidFill>
                      </a:endParaRPr>
                    </a:p>
                  </a:txBody>
                  <a:tcPr marT="91425" marB="91425" marR="91425" marL="91425"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128"/>
          <p:cNvSpPr txBox="1"/>
          <p:nvPr>
            <p:ph idx="4294967295" type="body"/>
          </p:nvPr>
        </p:nvSpPr>
        <p:spPr>
          <a:xfrm>
            <a:off x="2001900" y="1187257"/>
            <a:ext cx="5140200" cy="1203000"/>
          </a:xfrm>
          <a:prstGeom prst="rect">
            <a:avLst/>
          </a:prstGeom>
          <a:noFill/>
          <a:ln>
            <a:noFill/>
          </a:ln>
        </p:spPr>
        <p:txBody>
          <a:bodyPr anchorCtr="0" anchor="ctr" bIns="0" lIns="0" spcFirstLastPara="1" rIns="0" wrap="square" tIns="0">
            <a:normAutofit fontScale="85000" lnSpcReduction="20000"/>
          </a:bodyPr>
          <a:lstStyle/>
          <a:p>
            <a:pPr indent="0" lvl="0" marL="0" rtl="0" algn="ctr">
              <a:lnSpc>
                <a:spcPct val="150000"/>
              </a:lnSpc>
              <a:spcBef>
                <a:spcPts val="0"/>
              </a:spcBef>
              <a:spcAft>
                <a:spcPts val="0"/>
              </a:spcAft>
              <a:buSzPct val="30000"/>
              <a:buNone/>
            </a:pPr>
            <a:r>
              <a:rPr lang="en" sz="4000">
                <a:solidFill>
                  <a:srgbClr val="80C7FF"/>
                </a:solidFill>
                <a:latin typeface="Inter Tight"/>
                <a:ea typeface="Inter Tight"/>
                <a:cs typeface="Inter Tight"/>
                <a:sym typeface="Inter Tight"/>
              </a:rPr>
              <a:t>What do we mean by</a:t>
            </a:r>
            <a:endParaRPr sz="4000">
              <a:solidFill>
                <a:srgbClr val="80C7FF"/>
              </a:solidFill>
              <a:latin typeface="Inter Tight"/>
              <a:ea typeface="Inter Tight"/>
              <a:cs typeface="Inter Tight"/>
              <a:sym typeface="Inter Tight"/>
            </a:endParaRPr>
          </a:p>
          <a:p>
            <a:pPr indent="0" lvl="0" marL="0" rtl="0" algn="ctr">
              <a:lnSpc>
                <a:spcPct val="150000"/>
              </a:lnSpc>
              <a:spcBef>
                <a:spcPts val="0"/>
              </a:spcBef>
              <a:spcAft>
                <a:spcPts val="0"/>
              </a:spcAft>
              <a:buSzPct val="30000"/>
              <a:buNone/>
            </a:pPr>
            <a:r>
              <a:rPr lang="en" sz="4000">
                <a:solidFill>
                  <a:srgbClr val="80C7FF"/>
                </a:solidFill>
                <a:latin typeface="Inter Tight"/>
                <a:ea typeface="Inter Tight"/>
                <a:cs typeface="Inter Tight"/>
                <a:sym typeface="Inter Tight"/>
              </a:rPr>
              <a:t> “Agent Memory”</a:t>
            </a:r>
            <a:endParaRPr sz="4000">
              <a:solidFill>
                <a:srgbClr val="80C7FF"/>
              </a:solidFill>
              <a:latin typeface="Inter Tight"/>
              <a:ea typeface="Inter Tight"/>
              <a:cs typeface="Inter Tight"/>
              <a:sym typeface="Inter Tight"/>
            </a:endParaRPr>
          </a:p>
        </p:txBody>
      </p:sp>
      <p:sp>
        <p:nvSpPr>
          <p:cNvPr id="1267" name="Google Shape;1267;p128"/>
          <p:cNvSpPr txBox="1"/>
          <p:nvPr>
            <p:ph idx="4294967295" type="body"/>
          </p:nvPr>
        </p:nvSpPr>
        <p:spPr>
          <a:xfrm>
            <a:off x="736500" y="2836125"/>
            <a:ext cx="7671000" cy="1203000"/>
          </a:xfrm>
          <a:prstGeom prst="rect">
            <a:avLst/>
          </a:prstGeom>
          <a:noFill/>
          <a:ln>
            <a:noFill/>
          </a:ln>
        </p:spPr>
        <p:txBody>
          <a:bodyPr anchorCtr="0" anchor="ctr" bIns="0" lIns="0" spcFirstLastPara="1" rIns="0" wrap="square" tIns="0">
            <a:normAutofit/>
          </a:bodyPr>
          <a:lstStyle/>
          <a:p>
            <a:pPr indent="0" lvl="0" marL="0" rtl="0" algn="ctr">
              <a:lnSpc>
                <a:spcPct val="150000"/>
              </a:lnSpc>
              <a:spcBef>
                <a:spcPts val="0"/>
              </a:spcBef>
              <a:spcAft>
                <a:spcPts val="0"/>
              </a:spcAft>
              <a:buSzPts val="1200"/>
              <a:buNone/>
            </a:pPr>
            <a:r>
              <a:rPr lang="en" sz="3000">
                <a:solidFill>
                  <a:schemeClr val="dk1"/>
                </a:solidFill>
                <a:latin typeface="Inter Tight"/>
                <a:ea typeface="Inter Tight"/>
                <a:cs typeface="Inter Tight"/>
                <a:sym typeface="Inter Tight"/>
              </a:rPr>
              <a:t>Context Engineering!</a:t>
            </a:r>
            <a:endParaRPr sz="3000">
              <a:solidFill>
                <a:schemeClr val="dk1"/>
              </a:solidFill>
              <a:latin typeface="Inter Tight"/>
              <a:ea typeface="Inter Tight"/>
              <a:cs typeface="Inter Tight"/>
              <a:sym typeface="Inter T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29"/>
          <p:cNvSpPr txBox="1"/>
          <p:nvPr/>
        </p:nvSpPr>
        <p:spPr>
          <a:xfrm>
            <a:off x="381350" y="344150"/>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Retrieval Methods:</a:t>
            </a:r>
            <a:endParaRPr sz="2800">
              <a:solidFill>
                <a:srgbClr val="80C7FF"/>
              </a:solidFill>
              <a:latin typeface="Inter Tight"/>
              <a:ea typeface="Inter Tight"/>
              <a:cs typeface="Inter Tight"/>
              <a:sym typeface="Inter Tight"/>
            </a:endParaRPr>
          </a:p>
        </p:txBody>
      </p:sp>
      <p:sp>
        <p:nvSpPr>
          <p:cNvPr id="1273" name="Google Shape;1273;p129"/>
          <p:cNvSpPr/>
          <p:nvPr/>
        </p:nvSpPr>
        <p:spPr>
          <a:xfrm>
            <a:off x="2851200" y="1162550"/>
            <a:ext cx="3441600" cy="340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IBM Plex Mono"/>
                <a:ea typeface="IBM Plex Mono"/>
                <a:cs typeface="IBM Plex Mono"/>
                <a:sym typeface="IBM Plex Mono"/>
              </a:rPr>
              <a:t>Context Window</a:t>
            </a:r>
            <a:endParaRPr sz="2100">
              <a:latin typeface="IBM Plex Mono"/>
              <a:ea typeface="IBM Plex Mono"/>
              <a:cs typeface="IBM Plex Mono"/>
              <a:sym typeface="IBM Plex Mono"/>
            </a:endParaRPr>
          </a:p>
        </p:txBody>
      </p:sp>
      <p:sp>
        <p:nvSpPr>
          <p:cNvPr id="1274" name="Google Shape;1274;p129"/>
          <p:cNvSpPr txBox="1"/>
          <p:nvPr/>
        </p:nvSpPr>
        <p:spPr>
          <a:xfrm>
            <a:off x="1563911" y="1401794"/>
            <a:ext cx="14556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RAG </a:t>
            </a:r>
            <a:endParaRPr b="1">
              <a:solidFill>
                <a:srgbClr val="B2DEFF"/>
              </a:solidFill>
            </a:endParaRPr>
          </a:p>
          <a:p>
            <a:pPr indent="0" lvl="0" marL="0" rtl="0" algn="l">
              <a:spcBef>
                <a:spcPts val="0"/>
              </a:spcBef>
              <a:spcAft>
                <a:spcPts val="0"/>
              </a:spcAft>
              <a:buNone/>
            </a:pPr>
            <a:r>
              <a:rPr lang="en">
                <a:solidFill>
                  <a:schemeClr val="dk1"/>
                </a:solidFill>
              </a:rPr>
              <a:t>(vector search)</a:t>
            </a:r>
            <a:endParaRPr sz="1200">
              <a:latin typeface="IBM Plex Mono"/>
              <a:ea typeface="IBM Plex Mono"/>
              <a:cs typeface="IBM Plex Mono"/>
              <a:sym typeface="IBM Plex Mono"/>
            </a:endParaRPr>
          </a:p>
        </p:txBody>
      </p:sp>
      <p:sp>
        <p:nvSpPr>
          <p:cNvPr id="1275" name="Google Shape;1275;p129"/>
          <p:cNvSpPr txBox="1"/>
          <p:nvPr/>
        </p:nvSpPr>
        <p:spPr>
          <a:xfrm>
            <a:off x="534463" y="2317925"/>
            <a:ext cx="21480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Filesystem search </a:t>
            </a:r>
            <a:endParaRPr b="1">
              <a:solidFill>
                <a:srgbClr val="B2DEFF"/>
              </a:solidFill>
            </a:endParaRPr>
          </a:p>
          <a:p>
            <a:pPr indent="0" lvl="0" marL="0" rtl="0" algn="l">
              <a:spcBef>
                <a:spcPts val="0"/>
              </a:spcBef>
              <a:spcAft>
                <a:spcPts val="0"/>
              </a:spcAft>
              <a:buNone/>
            </a:pPr>
            <a:r>
              <a:rPr lang="en">
                <a:solidFill>
                  <a:schemeClr val="dk1"/>
                </a:solidFill>
              </a:rPr>
              <a:t>(ls, glob, grep, read_file)</a:t>
            </a:r>
            <a:endParaRPr>
              <a:solidFill>
                <a:schemeClr val="dk1"/>
              </a:solidFill>
            </a:endParaRPr>
          </a:p>
          <a:p>
            <a:pPr indent="0" lvl="0" marL="0" rtl="0" algn="l">
              <a:spcBef>
                <a:spcPts val="0"/>
              </a:spcBef>
              <a:spcAft>
                <a:spcPts val="0"/>
              </a:spcAft>
              <a:buNone/>
            </a:pPr>
            <a:r>
              <a:t/>
            </a:r>
            <a:endParaRPr b="1">
              <a:solidFill>
                <a:srgbClr val="B2DEFF"/>
              </a:solidFill>
            </a:endParaRPr>
          </a:p>
        </p:txBody>
      </p:sp>
      <p:sp>
        <p:nvSpPr>
          <p:cNvPr id="1276" name="Google Shape;1276;p129"/>
          <p:cNvSpPr txBox="1"/>
          <p:nvPr/>
        </p:nvSpPr>
        <p:spPr>
          <a:xfrm>
            <a:off x="2007825" y="3234050"/>
            <a:ext cx="7539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Skills</a:t>
            </a:r>
            <a:endParaRPr b="1">
              <a:solidFill>
                <a:srgbClr val="B2DEFF"/>
              </a:solidFill>
            </a:endParaRPr>
          </a:p>
        </p:txBody>
      </p:sp>
      <p:sp>
        <p:nvSpPr>
          <p:cNvPr id="1277" name="Google Shape;1277;p129"/>
          <p:cNvSpPr txBox="1"/>
          <p:nvPr/>
        </p:nvSpPr>
        <p:spPr>
          <a:xfrm>
            <a:off x="1100932" y="4005150"/>
            <a:ext cx="21480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Subagent as retriever</a:t>
            </a:r>
            <a:endParaRPr b="1">
              <a:solidFill>
                <a:srgbClr val="B2DEFF"/>
              </a:solidFill>
            </a:endParaRPr>
          </a:p>
          <a:p>
            <a:pPr indent="0" lvl="0" marL="0" rtl="0" algn="l">
              <a:spcBef>
                <a:spcPts val="0"/>
              </a:spcBef>
              <a:spcAft>
                <a:spcPts val="0"/>
              </a:spcAft>
              <a:buNone/>
            </a:pPr>
            <a:r>
              <a:t/>
            </a:r>
            <a:endParaRPr b="1">
              <a:solidFill>
                <a:srgbClr val="B2DE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30"/>
          <p:cNvSpPr txBox="1"/>
          <p:nvPr/>
        </p:nvSpPr>
        <p:spPr>
          <a:xfrm>
            <a:off x="381350" y="344150"/>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Beyond </a:t>
            </a:r>
            <a:r>
              <a:rPr lang="en" sz="2800">
                <a:solidFill>
                  <a:srgbClr val="80C7FF"/>
                </a:solidFill>
                <a:latin typeface="Inter Tight"/>
                <a:ea typeface="Inter Tight"/>
                <a:cs typeface="Inter Tight"/>
                <a:sym typeface="Inter Tight"/>
              </a:rPr>
              <a:t>Retrieval:</a:t>
            </a:r>
            <a:endParaRPr sz="2800">
              <a:solidFill>
                <a:srgbClr val="80C7FF"/>
              </a:solidFill>
              <a:latin typeface="Inter Tight"/>
              <a:ea typeface="Inter Tight"/>
              <a:cs typeface="Inter Tight"/>
              <a:sym typeface="Inter Tight"/>
            </a:endParaRPr>
          </a:p>
        </p:txBody>
      </p:sp>
      <p:sp>
        <p:nvSpPr>
          <p:cNvPr id="1283" name="Google Shape;1283;p130"/>
          <p:cNvSpPr/>
          <p:nvPr/>
        </p:nvSpPr>
        <p:spPr>
          <a:xfrm>
            <a:off x="2851200" y="1162550"/>
            <a:ext cx="3441600" cy="340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IBM Plex Mono"/>
              <a:ea typeface="IBM Plex Mono"/>
              <a:cs typeface="IBM Plex Mono"/>
              <a:sym typeface="IBM Plex Mono"/>
            </a:endParaRPr>
          </a:p>
        </p:txBody>
      </p:sp>
      <p:sp>
        <p:nvSpPr>
          <p:cNvPr id="1284" name="Google Shape;1284;p130"/>
          <p:cNvSpPr txBox="1"/>
          <p:nvPr/>
        </p:nvSpPr>
        <p:spPr>
          <a:xfrm>
            <a:off x="4027500" y="1819175"/>
            <a:ext cx="1089000" cy="3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Offloading</a:t>
            </a:r>
            <a:endParaRPr sz="1200">
              <a:solidFill>
                <a:srgbClr val="2F4B68"/>
              </a:solidFill>
              <a:latin typeface="IBM Plex Mono"/>
              <a:ea typeface="IBM Plex Mono"/>
              <a:cs typeface="IBM Plex Mono"/>
              <a:sym typeface="IBM Plex Mono"/>
            </a:endParaRPr>
          </a:p>
        </p:txBody>
      </p:sp>
      <p:sp>
        <p:nvSpPr>
          <p:cNvPr id="1285" name="Google Shape;1285;p130"/>
          <p:cNvSpPr txBox="1"/>
          <p:nvPr/>
        </p:nvSpPr>
        <p:spPr>
          <a:xfrm>
            <a:off x="3828150" y="2334425"/>
            <a:ext cx="14877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Summarization</a:t>
            </a:r>
            <a:endParaRPr b="1">
              <a:solidFill>
                <a:srgbClr val="2F4B68"/>
              </a:solidFill>
            </a:endParaRPr>
          </a:p>
        </p:txBody>
      </p:sp>
      <p:sp>
        <p:nvSpPr>
          <p:cNvPr id="1286" name="Google Shape;1286;p130"/>
          <p:cNvSpPr txBox="1"/>
          <p:nvPr/>
        </p:nvSpPr>
        <p:spPr>
          <a:xfrm>
            <a:off x="3967050" y="2918075"/>
            <a:ext cx="12099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Subagents</a:t>
            </a:r>
            <a:endParaRPr b="1">
              <a:solidFill>
                <a:srgbClr val="2F4B68"/>
              </a:solidFill>
            </a:endParaRPr>
          </a:p>
        </p:txBody>
      </p:sp>
      <p:sp>
        <p:nvSpPr>
          <p:cNvPr id="1287" name="Google Shape;1287;p130"/>
          <p:cNvSpPr txBox="1"/>
          <p:nvPr/>
        </p:nvSpPr>
        <p:spPr>
          <a:xfrm>
            <a:off x="3666601" y="3501725"/>
            <a:ext cx="18108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Long-term memory</a:t>
            </a:r>
            <a:endParaRPr b="1">
              <a:solidFill>
                <a:srgbClr val="2F4B6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31"/>
          <p:cNvSpPr txBox="1"/>
          <p:nvPr/>
        </p:nvSpPr>
        <p:spPr>
          <a:xfrm>
            <a:off x="381350" y="344150"/>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Context Engineering:</a:t>
            </a:r>
            <a:endParaRPr sz="2800">
              <a:solidFill>
                <a:srgbClr val="80C7FF"/>
              </a:solidFill>
              <a:latin typeface="Inter Tight"/>
              <a:ea typeface="Inter Tight"/>
              <a:cs typeface="Inter Tight"/>
              <a:sym typeface="Inter Tight"/>
            </a:endParaRPr>
          </a:p>
        </p:txBody>
      </p:sp>
      <p:sp>
        <p:nvSpPr>
          <p:cNvPr id="1293" name="Google Shape;1293;p131"/>
          <p:cNvSpPr/>
          <p:nvPr/>
        </p:nvSpPr>
        <p:spPr>
          <a:xfrm>
            <a:off x="2851200" y="1162550"/>
            <a:ext cx="3441600" cy="340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IBM Plex Mono"/>
              <a:ea typeface="IBM Plex Mono"/>
              <a:cs typeface="IBM Plex Mono"/>
              <a:sym typeface="IBM Plex Mono"/>
            </a:endParaRPr>
          </a:p>
        </p:txBody>
      </p:sp>
      <p:sp>
        <p:nvSpPr>
          <p:cNvPr id="1294" name="Google Shape;1294;p131"/>
          <p:cNvSpPr txBox="1"/>
          <p:nvPr/>
        </p:nvSpPr>
        <p:spPr>
          <a:xfrm>
            <a:off x="4027500" y="1819175"/>
            <a:ext cx="1089000" cy="3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Offloading</a:t>
            </a:r>
            <a:endParaRPr sz="1200">
              <a:solidFill>
                <a:srgbClr val="2F4B68"/>
              </a:solidFill>
              <a:latin typeface="IBM Plex Mono"/>
              <a:ea typeface="IBM Plex Mono"/>
              <a:cs typeface="IBM Plex Mono"/>
              <a:sym typeface="IBM Plex Mono"/>
            </a:endParaRPr>
          </a:p>
        </p:txBody>
      </p:sp>
      <p:sp>
        <p:nvSpPr>
          <p:cNvPr id="1295" name="Google Shape;1295;p131"/>
          <p:cNvSpPr txBox="1"/>
          <p:nvPr/>
        </p:nvSpPr>
        <p:spPr>
          <a:xfrm>
            <a:off x="3828150" y="2334425"/>
            <a:ext cx="14877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Summarization</a:t>
            </a:r>
            <a:endParaRPr b="1">
              <a:solidFill>
                <a:srgbClr val="2F4B68"/>
              </a:solidFill>
            </a:endParaRPr>
          </a:p>
        </p:txBody>
      </p:sp>
      <p:sp>
        <p:nvSpPr>
          <p:cNvPr id="1296" name="Google Shape;1296;p131"/>
          <p:cNvSpPr txBox="1"/>
          <p:nvPr/>
        </p:nvSpPr>
        <p:spPr>
          <a:xfrm>
            <a:off x="3967050" y="2918075"/>
            <a:ext cx="12099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Subagents</a:t>
            </a:r>
            <a:endParaRPr b="1">
              <a:solidFill>
                <a:srgbClr val="2F4B68"/>
              </a:solidFill>
            </a:endParaRPr>
          </a:p>
        </p:txBody>
      </p:sp>
      <p:sp>
        <p:nvSpPr>
          <p:cNvPr id="1297" name="Google Shape;1297;p131"/>
          <p:cNvSpPr txBox="1"/>
          <p:nvPr/>
        </p:nvSpPr>
        <p:spPr>
          <a:xfrm>
            <a:off x="3666601" y="3501725"/>
            <a:ext cx="18108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Long-term memory</a:t>
            </a:r>
            <a:endParaRPr b="1">
              <a:solidFill>
                <a:srgbClr val="2F4B68"/>
              </a:solidFill>
            </a:endParaRPr>
          </a:p>
        </p:txBody>
      </p:sp>
      <p:sp>
        <p:nvSpPr>
          <p:cNvPr id="1298" name="Google Shape;1298;p131"/>
          <p:cNvSpPr txBox="1"/>
          <p:nvPr/>
        </p:nvSpPr>
        <p:spPr>
          <a:xfrm>
            <a:off x="1563911" y="1401794"/>
            <a:ext cx="14556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RAG </a:t>
            </a:r>
            <a:endParaRPr b="1">
              <a:solidFill>
                <a:srgbClr val="B2DEFF"/>
              </a:solidFill>
            </a:endParaRPr>
          </a:p>
          <a:p>
            <a:pPr indent="0" lvl="0" marL="0" rtl="0" algn="l">
              <a:spcBef>
                <a:spcPts val="0"/>
              </a:spcBef>
              <a:spcAft>
                <a:spcPts val="0"/>
              </a:spcAft>
              <a:buNone/>
            </a:pPr>
            <a:r>
              <a:rPr lang="en">
                <a:solidFill>
                  <a:schemeClr val="dk1"/>
                </a:solidFill>
              </a:rPr>
              <a:t>(vector search)</a:t>
            </a:r>
            <a:endParaRPr sz="1200">
              <a:latin typeface="IBM Plex Mono"/>
              <a:ea typeface="IBM Plex Mono"/>
              <a:cs typeface="IBM Plex Mono"/>
              <a:sym typeface="IBM Plex Mono"/>
            </a:endParaRPr>
          </a:p>
        </p:txBody>
      </p:sp>
      <p:sp>
        <p:nvSpPr>
          <p:cNvPr id="1299" name="Google Shape;1299;p131"/>
          <p:cNvSpPr txBox="1"/>
          <p:nvPr/>
        </p:nvSpPr>
        <p:spPr>
          <a:xfrm>
            <a:off x="534463" y="2317925"/>
            <a:ext cx="21480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Filesystem search </a:t>
            </a:r>
            <a:endParaRPr b="1">
              <a:solidFill>
                <a:srgbClr val="B2DEFF"/>
              </a:solidFill>
            </a:endParaRPr>
          </a:p>
          <a:p>
            <a:pPr indent="0" lvl="0" marL="0" rtl="0" algn="l">
              <a:spcBef>
                <a:spcPts val="0"/>
              </a:spcBef>
              <a:spcAft>
                <a:spcPts val="0"/>
              </a:spcAft>
              <a:buNone/>
            </a:pPr>
            <a:r>
              <a:rPr lang="en">
                <a:solidFill>
                  <a:schemeClr val="dk1"/>
                </a:solidFill>
              </a:rPr>
              <a:t>(ls, glob, grep, read_file)</a:t>
            </a:r>
            <a:endParaRPr>
              <a:solidFill>
                <a:schemeClr val="dk1"/>
              </a:solidFill>
            </a:endParaRPr>
          </a:p>
          <a:p>
            <a:pPr indent="0" lvl="0" marL="0" rtl="0" algn="l">
              <a:spcBef>
                <a:spcPts val="0"/>
              </a:spcBef>
              <a:spcAft>
                <a:spcPts val="0"/>
              </a:spcAft>
              <a:buNone/>
            </a:pPr>
            <a:r>
              <a:t/>
            </a:r>
            <a:endParaRPr b="1">
              <a:solidFill>
                <a:srgbClr val="B2DEFF"/>
              </a:solidFill>
            </a:endParaRPr>
          </a:p>
        </p:txBody>
      </p:sp>
      <p:sp>
        <p:nvSpPr>
          <p:cNvPr id="1300" name="Google Shape;1300;p131"/>
          <p:cNvSpPr txBox="1"/>
          <p:nvPr/>
        </p:nvSpPr>
        <p:spPr>
          <a:xfrm>
            <a:off x="2007825" y="3234050"/>
            <a:ext cx="7539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Skills</a:t>
            </a:r>
            <a:endParaRPr b="1">
              <a:solidFill>
                <a:srgbClr val="B2DEFF"/>
              </a:solidFill>
            </a:endParaRPr>
          </a:p>
        </p:txBody>
      </p:sp>
      <p:sp>
        <p:nvSpPr>
          <p:cNvPr id="1301" name="Google Shape;1301;p131"/>
          <p:cNvSpPr txBox="1"/>
          <p:nvPr/>
        </p:nvSpPr>
        <p:spPr>
          <a:xfrm>
            <a:off x="1100932" y="4005150"/>
            <a:ext cx="21480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Subagent as retriever</a:t>
            </a:r>
            <a:endParaRPr b="1">
              <a:solidFill>
                <a:srgbClr val="B2DEFF"/>
              </a:solidFill>
            </a:endParaRPr>
          </a:p>
          <a:p>
            <a:pPr indent="0" lvl="0" marL="0" rtl="0" algn="l">
              <a:spcBef>
                <a:spcPts val="0"/>
              </a:spcBef>
              <a:spcAft>
                <a:spcPts val="0"/>
              </a:spcAft>
              <a:buNone/>
            </a:pPr>
            <a:r>
              <a:t/>
            </a:r>
            <a:endParaRPr b="1">
              <a:solidFill>
                <a:srgbClr val="B2DE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32"/>
          <p:cNvSpPr/>
          <p:nvPr/>
        </p:nvSpPr>
        <p:spPr>
          <a:xfrm>
            <a:off x="1620900" y="2299600"/>
            <a:ext cx="5902200" cy="2320200"/>
          </a:xfrm>
          <a:prstGeom prst="ellipse">
            <a:avLst/>
          </a:prstGeom>
          <a:noFill/>
          <a:ln cap="flat" cmpd="sng" w="9525">
            <a:solidFill>
              <a:srgbClr val="313A4E"/>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07" name="Google Shape;1307;p132"/>
          <p:cNvSpPr/>
          <p:nvPr/>
        </p:nvSpPr>
        <p:spPr>
          <a:xfrm>
            <a:off x="2647925" y="2051025"/>
            <a:ext cx="779100" cy="7791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08" name="Google Shape;1308;p132"/>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Skills</a:t>
            </a:r>
            <a:endParaRPr sz="1186">
              <a:solidFill>
                <a:srgbClr val="161F34"/>
              </a:solidFill>
            </a:endParaRPr>
          </a:p>
        </p:txBody>
      </p:sp>
      <p:sp>
        <p:nvSpPr>
          <p:cNvPr id="1309" name="Google Shape;1309;p132"/>
          <p:cNvSpPr/>
          <p:nvPr/>
        </p:nvSpPr>
        <p:spPr>
          <a:xfrm>
            <a:off x="5716975" y="2051025"/>
            <a:ext cx="779100" cy="7791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10" name="Google Shape;1310;p132"/>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Tools</a:t>
            </a:r>
            <a:endParaRPr sz="1186">
              <a:solidFill>
                <a:srgbClr val="161F34"/>
              </a:solidFill>
            </a:endParaRPr>
          </a:p>
        </p:txBody>
      </p:sp>
      <p:sp>
        <p:nvSpPr>
          <p:cNvPr id="1311" name="Google Shape;1311;p132"/>
          <p:cNvSpPr/>
          <p:nvPr/>
        </p:nvSpPr>
        <p:spPr>
          <a:xfrm>
            <a:off x="1102750" y="2743600"/>
            <a:ext cx="1119600" cy="11196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12" name="Google Shape;1312;p132"/>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Memory</a:t>
            </a:r>
            <a:endParaRPr sz="1186">
              <a:solidFill>
                <a:srgbClr val="161F34"/>
              </a:solidFill>
            </a:endParaRPr>
          </a:p>
        </p:txBody>
      </p:sp>
      <p:sp>
        <p:nvSpPr>
          <p:cNvPr id="1313" name="Google Shape;1313;p132"/>
          <p:cNvSpPr/>
          <p:nvPr/>
        </p:nvSpPr>
        <p:spPr>
          <a:xfrm>
            <a:off x="6877700" y="2743600"/>
            <a:ext cx="1119600" cy="11196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14" name="Google Shape;1314;p132"/>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Context</a:t>
            </a:r>
            <a:endParaRPr sz="1186">
              <a:solidFill>
                <a:srgbClr val="161F34"/>
              </a:solidFill>
            </a:endParaRPr>
          </a:p>
        </p:txBody>
      </p:sp>
      <p:sp>
        <p:nvSpPr>
          <p:cNvPr id="1315" name="Google Shape;1315;p132"/>
          <p:cNvSpPr/>
          <p:nvPr/>
        </p:nvSpPr>
        <p:spPr>
          <a:xfrm>
            <a:off x="2604875" y="3813413"/>
            <a:ext cx="865200" cy="865200"/>
          </a:xfrm>
          <a:prstGeom prst="ellipse">
            <a:avLst/>
          </a:prstGeom>
          <a:solidFill>
            <a:srgbClr val="030710"/>
          </a:solidFill>
          <a:ln cap="flat" cmpd="sng" w="10575">
            <a:solidFill>
              <a:srgbClr val="161F34"/>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161F34"/>
              </a:solidFill>
              <a:latin typeface="Inter Tight"/>
              <a:ea typeface="Inter Tight"/>
              <a:cs typeface="Inter Tight"/>
              <a:sym typeface="Inter Tight"/>
            </a:endParaRPr>
          </a:p>
        </p:txBody>
      </p:sp>
      <p:sp>
        <p:nvSpPr>
          <p:cNvPr id="1316" name="Google Shape;1316;p132"/>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System Prompt</a:t>
            </a:r>
            <a:endParaRPr sz="1186">
              <a:solidFill>
                <a:srgbClr val="161F34"/>
              </a:solidFill>
            </a:endParaRPr>
          </a:p>
        </p:txBody>
      </p:sp>
      <p:sp>
        <p:nvSpPr>
          <p:cNvPr id="1317" name="Google Shape;1317;p132"/>
          <p:cNvSpPr/>
          <p:nvPr/>
        </p:nvSpPr>
        <p:spPr>
          <a:xfrm>
            <a:off x="5673913" y="3813413"/>
            <a:ext cx="865200" cy="865200"/>
          </a:xfrm>
          <a:prstGeom prst="ellipse">
            <a:avLst/>
          </a:prstGeom>
          <a:solidFill>
            <a:srgbClr val="030710"/>
          </a:solidFill>
          <a:ln cap="flat" cmpd="sng" w="10575">
            <a:solidFill>
              <a:srgbClr val="161F34"/>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161F34"/>
              </a:solidFill>
              <a:latin typeface="Inter Tight"/>
              <a:ea typeface="Inter Tight"/>
              <a:cs typeface="Inter Tight"/>
              <a:sym typeface="Inter Tight"/>
            </a:endParaRPr>
          </a:p>
        </p:txBody>
      </p:sp>
      <p:sp>
        <p:nvSpPr>
          <p:cNvPr id="1318" name="Google Shape;1318;p132"/>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Subagents</a:t>
            </a:r>
            <a:endParaRPr sz="1186">
              <a:solidFill>
                <a:srgbClr val="161F34"/>
              </a:solidFill>
            </a:endParaRPr>
          </a:p>
        </p:txBody>
      </p:sp>
      <p:sp>
        <p:nvSpPr>
          <p:cNvPr id="1319" name="Google Shape;1319;p132"/>
          <p:cNvSpPr txBox="1"/>
          <p:nvPr/>
        </p:nvSpPr>
        <p:spPr>
          <a:xfrm>
            <a:off x="402650" y="309175"/>
            <a:ext cx="2962800" cy="4413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2000">
                <a:solidFill>
                  <a:schemeClr val="lt1"/>
                </a:solidFill>
                <a:latin typeface="Inter Tight"/>
                <a:ea typeface="Inter Tight"/>
                <a:cs typeface="Inter Tight"/>
                <a:sym typeface="Inter Tight"/>
              </a:rPr>
              <a:t>Agent = model + harness</a:t>
            </a:r>
            <a:endParaRPr sz="1498">
              <a:solidFill>
                <a:srgbClr val="7FC8FF"/>
              </a:solidFill>
              <a:latin typeface="Inter Tight"/>
              <a:ea typeface="Inter Tight"/>
              <a:cs typeface="Inter Tight"/>
              <a:sym typeface="Inter Tight"/>
            </a:endParaRPr>
          </a:p>
        </p:txBody>
      </p:sp>
      <p:pic>
        <p:nvPicPr>
          <p:cNvPr id="1320" name="Google Shape;1320;p132" title="Group 2147239581.png"/>
          <p:cNvPicPr preferRelativeResize="0"/>
          <p:nvPr/>
        </p:nvPicPr>
        <p:blipFill>
          <a:blip r:embed="rId3">
            <a:alphaModFix/>
          </a:blip>
          <a:stretch>
            <a:fillRect/>
          </a:stretch>
        </p:blipFill>
        <p:spPr>
          <a:xfrm>
            <a:off x="3808650" y="1526575"/>
            <a:ext cx="1526700" cy="15206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133"/>
          <p:cNvSpPr/>
          <p:nvPr/>
        </p:nvSpPr>
        <p:spPr>
          <a:xfrm>
            <a:off x="1620900" y="2299600"/>
            <a:ext cx="5902200" cy="2320200"/>
          </a:xfrm>
          <a:prstGeom prst="ellipse">
            <a:avLst/>
          </a:prstGeom>
          <a:noFill/>
          <a:ln cap="flat" cmpd="sng" w="9525">
            <a:solidFill>
              <a:srgbClr val="313A4E"/>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26" name="Google Shape;1326;p133"/>
          <p:cNvSpPr/>
          <p:nvPr/>
        </p:nvSpPr>
        <p:spPr>
          <a:xfrm>
            <a:off x="2647925" y="2051025"/>
            <a:ext cx="779100" cy="7791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27" name="Google Shape;1327;p133"/>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Skills</a:t>
            </a:r>
            <a:endParaRPr sz="1186">
              <a:solidFill>
                <a:srgbClr val="161F34"/>
              </a:solidFill>
            </a:endParaRPr>
          </a:p>
        </p:txBody>
      </p:sp>
      <p:sp>
        <p:nvSpPr>
          <p:cNvPr id="1328" name="Google Shape;1328;p133"/>
          <p:cNvSpPr/>
          <p:nvPr/>
        </p:nvSpPr>
        <p:spPr>
          <a:xfrm>
            <a:off x="5716975" y="2051025"/>
            <a:ext cx="779100" cy="7791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29" name="Google Shape;1329;p133"/>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Tools</a:t>
            </a:r>
            <a:endParaRPr sz="1186">
              <a:solidFill>
                <a:srgbClr val="161F34"/>
              </a:solidFill>
            </a:endParaRPr>
          </a:p>
        </p:txBody>
      </p:sp>
      <p:sp>
        <p:nvSpPr>
          <p:cNvPr id="1330" name="Google Shape;1330;p133"/>
          <p:cNvSpPr/>
          <p:nvPr/>
        </p:nvSpPr>
        <p:spPr>
          <a:xfrm>
            <a:off x="1102750" y="2743600"/>
            <a:ext cx="1119600" cy="11196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31" name="Google Shape;1331;p133"/>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Memory</a:t>
            </a:r>
            <a:endParaRPr sz="1186">
              <a:solidFill>
                <a:srgbClr val="161F34"/>
              </a:solidFill>
            </a:endParaRPr>
          </a:p>
        </p:txBody>
      </p:sp>
      <p:sp>
        <p:nvSpPr>
          <p:cNvPr id="1332" name="Google Shape;1332;p133"/>
          <p:cNvSpPr/>
          <p:nvPr/>
        </p:nvSpPr>
        <p:spPr>
          <a:xfrm>
            <a:off x="6877700" y="2743600"/>
            <a:ext cx="1119600" cy="11196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33" name="Google Shape;1333;p133"/>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Context</a:t>
            </a:r>
            <a:endParaRPr sz="1186">
              <a:solidFill>
                <a:srgbClr val="161F34"/>
              </a:solidFill>
            </a:endParaRPr>
          </a:p>
        </p:txBody>
      </p:sp>
      <p:sp>
        <p:nvSpPr>
          <p:cNvPr id="1334" name="Google Shape;1334;p133"/>
          <p:cNvSpPr/>
          <p:nvPr/>
        </p:nvSpPr>
        <p:spPr>
          <a:xfrm>
            <a:off x="2604875" y="3813413"/>
            <a:ext cx="865200" cy="865200"/>
          </a:xfrm>
          <a:prstGeom prst="ellipse">
            <a:avLst/>
          </a:prstGeom>
          <a:solidFill>
            <a:srgbClr val="030710"/>
          </a:solidFill>
          <a:ln cap="flat" cmpd="sng" w="10575">
            <a:solidFill>
              <a:srgbClr val="161F34"/>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161F34"/>
              </a:solidFill>
              <a:latin typeface="Inter Tight"/>
              <a:ea typeface="Inter Tight"/>
              <a:cs typeface="Inter Tight"/>
              <a:sym typeface="Inter Tight"/>
            </a:endParaRPr>
          </a:p>
        </p:txBody>
      </p:sp>
      <p:sp>
        <p:nvSpPr>
          <p:cNvPr id="1335" name="Google Shape;1335;p133"/>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System Prompt</a:t>
            </a:r>
            <a:endParaRPr sz="1186">
              <a:solidFill>
                <a:srgbClr val="161F34"/>
              </a:solidFill>
            </a:endParaRPr>
          </a:p>
        </p:txBody>
      </p:sp>
      <p:sp>
        <p:nvSpPr>
          <p:cNvPr id="1336" name="Google Shape;1336;p133"/>
          <p:cNvSpPr/>
          <p:nvPr/>
        </p:nvSpPr>
        <p:spPr>
          <a:xfrm>
            <a:off x="5673913" y="3813413"/>
            <a:ext cx="865200" cy="865200"/>
          </a:xfrm>
          <a:prstGeom prst="ellipse">
            <a:avLst/>
          </a:prstGeom>
          <a:solidFill>
            <a:srgbClr val="030710"/>
          </a:solidFill>
          <a:ln cap="flat" cmpd="sng" w="10575">
            <a:solidFill>
              <a:srgbClr val="161F34"/>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161F34"/>
              </a:solidFill>
              <a:latin typeface="Inter Tight"/>
              <a:ea typeface="Inter Tight"/>
              <a:cs typeface="Inter Tight"/>
              <a:sym typeface="Inter Tight"/>
            </a:endParaRPr>
          </a:p>
        </p:txBody>
      </p:sp>
      <p:sp>
        <p:nvSpPr>
          <p:cNvPr id="1337" name="Google Shape;1337;p133"/>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Subagents</a:t>
            </a:r>
            <a:endParaRPr sz="1186">
              <a:solidFill>
                <a:srgbClr val="161F34"/>
              </a:solidFill>
            </a:endParaRPr>
          </a:p>
        </p:txBody>
      </p:sp>
      <p:sp>
        <p:nvSpPr>
          <p:cNvPr id="1338" name="Google Shape;1338;p133"/>
          <p:cNvSpPr txBox="1"/>
          <p:nvPr/>
        </p:nvSpPr>
        <p:spPr>
          <a:xfrm>
            <a:off x="4254450" y="1091030"/>
            <a:ext cx="635100" cy="35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CCE9FF"/>
                </a:solidFill>
                <a:latin typeface="IBM Plex Mono"/>
                <a:ea typeface="IBM Plex Mono"/>
                <a:cs typeface="IBM Plex Mono"/>
                <a:sym typeface="IBM Plex Mono"/>
              </a:rPr>
              <a:t>LLM</a:t>
            </a:r>
            <a:endParaRPr b="1" sz="1800">
              <a:solidFill>
                <a:srgbClr val="CCE9FF"/>
              </a:solidFill>
              <a:latin typeface="IBM Plex Mono"/>
              <a:ea typeface="IBM Plex Mono"/>
              <a:cs typeface="IBM Plex Mono"/>
              <a:sym typeface="IBM Plex Mono"/>
            </a:endParaRPr>
          </a:p>
        </p:txBody>
      </p:sp>
      <p:sp>
        <p:nvSpPr>
          <p:cNvPr id="1339" name="Google Shape;1339;p133"/>
          <p:cNvSpPr txBox="1"/>
          <p:nvPr/>
        </p:nvSpPr>
        <p:spPr>
          <a:xfrm>
            <a:off x="402650" y="309175"/>
            <a:ext cx="2962800" cy="4413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2000">
                <a:solidFill>
                  <a:schemeClr val="lt1"/>
                </a:solidFill>
                <a:latin typeface="Inter Tight"/>
                <a:ea typeface="Inter Tight"/>
                <a:cs typeface="Inter Tight"/>
                <a:sym typeface="Inter Tight"/>
              </a:rPr>
              <a:t>Agent = </a:t>
            </a:r>
            <a:r>
              <a:rPr lang="en" sz="2000">
                <a:solidFill>
                  <a:schemeClr val="lt1"/>
                </a:solidFill>
                <a:highlight>
                  <a:srgbClr val="C48CAB"/>
                </a:highlight>
                <a:latin typeface="Inter Tight"/>
                <a:ea typeface="Inter Tight"/>
                <a:cs typeface="Inter Tight"/>
                <a:sym typeface="Inter Tight"/>
              </a:rPr>
              <a:t>model</a:t>
            </a:r>
            <a:r>
              <a:rPr lang="en" sz="2000">
                <a:solidFill>
                  <a:schemeClr val="lt1"/>
                </a:solidFill>
                <a:latin typeface="Inter Tight"/>
                <a:ea typeface="Inter Tight"/>
                <a:cs typeface="Inter Tight"/>
                <a:sym typeface="Inter Tight"/>
              </a:rPr>
              <a:t> + harness</a:t>
            </a:r>
            <a:endParaRPr sz="1498">
              <a:solidFill>
                <a:srgbClr val="7FC8FF"/>
              </a:solidFill>
              <a:latin typeface="Inter Tight"/>
              <a:ea typeface="Inter Tight"/>
              <a:cs typeface="Inter Tight"/>
              <a:sym typeface="Inter Tight"/>
            </a:endParaRPr>
          </a:p>
        </p:txBody>
      </p:sp>
      <p:pic>
        <p:nvPicPr>
          <p:cNvPr id="1340" name="Google Shape;1340;p133" title="Group 2147239579.png"/>
          <p:cNvPicPr preferRelativeResize="0"/>
          <p:nvPr/>
        </p:nvPicPr>
        <p:blipFill>
          <a:blip r:embed="rId3">
            <a:alphaModFix/>
          </a:blip>
          <a:stretch>
            <a:fillRect/>
          </a:stretch>
        </p:blipFill>
        <p:spPr>
          <a:xfrm>
            <a:off x="3814278" y="1526601"/>
            <a:ext cx="1526700" cy="15206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34"/>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46" name="Google Shape;1346;p134"/>
          <p:cNvSpPr/>
          <p:nvPr/>
        </p:nvSpPr>
        <p:spPr>
          <a:xfrm>
            <a:off x="264792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5E0F6"/>
              </a:solidFill>
              <a:latin typeface="Inter Tight"/>
              <a:ea typeface="Inter Tight"/>
              <a:cs typeface="Inter Tight"/>
              <a:sym typeface="Inter Tight"/>
            </a:endParaRPr>
          </a:p>
        </p:txBody>
      </p:sp>
      <p:sp>
        <p:nvSpPr>
          <p:cNvPr id="1347" name="Google Shape;1347;p134"/>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Skills</a:t>
            </a:r>
            <a:endParaRPr sz="1186">
              <a:solidFill>
                <a:srgbClr val="C5E0F6"/>
              </a:solidFill>
            </a:endParaRPr>
          </a:p>
        </p:txBody>
      </p:sp>
      <p:sp>
        <p:nvSpPr>
          <p:cNvPr id="1348" name="Google Shape;1348;p134"/>
          <p:cNvSpPr/>
          <p:nvPr/>
        </p:nvSpPr>
        <p:spPr>
          <a:xfrm>
            <a:off x="571697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48CAB"/>
              </a:solidFill>
              <a:latin typeface="Inter Tight"/>
              <a:ea typeface="Inter Tight"/>
              <a:cs typeface="Inter Tight"/>
              <a:sym typeface="Inter Tight"/>
            </a:endParaRPr>
          </a:p>
        </p:txBody>
      </p:sp>
      <p:sp>
        <p:nvSpPr>
          <p:cNvPr id="1349" name="Google Shape;1349;p134"/>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Tools</a:t>
            </a:r>
            <a:endParaRPr sz="1186">
              <a:solidFill>
                <a:srgbClr val="C5E0F6"/>
              </a:solidFill>
            </a:endParaRPr>
          </a:p>
        </p:txBody>
      </p:sp>
      <p:sp>
        <p:nvSpPr>
          <p:cNvPr id="1350" name="Google Shape;1350;p134"/>
          <p:cNvSpPr/>
          <p:nvPr/>
        </p:nvSpPr>
        <p:spPr>
          <a:xfrm>
            <a:off x="110275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48CAB"/>
              </a:solidFill>
              <a:latin typeface="Inter Tight"/>
              <a:ea typeface="Inter Tight"/>
              <a:cs typeface="Inter Tight"/>
              <a:sym typeface="Inter Tight"/>
            </a:endParaRPr>
          </a:p>
        </p:txBody>
      </p:sp>
      <p:sp>
        <p:nvSpPr>
          <p:cNvPr id="1351" name="Google Shape;1351;p134"/>
          <p:cNvSpPr txBox="1"/>
          <p:nvPr>
            <p:ph idx="4294967295" type="title"/>
          </p:nvPr>
        </p:nvSpPr>
        <p:spPr>
          <a:xfrm>
            <a:off x="1181655" y="3158056"/>
            <a:ext cx="961800" cy="290700"/>
          </a:xfrm>
          <a:prstGeom prst="rect">
            <a:avLst/>
          </a:prstGeom>
          <a:ln>
            <a:noFill/>
          </a:ln>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Memory</a:t>
            </a:r>
            <a:endParaRPr sz="1186">
              <a:solidFill>
                <a:srgbClr val="C5E0F6"/>
              </a:solidFill>
            </a:endParaRPr>
          </a:p>
        </p:txBody>
      </p:sp>
      <p:sp>
        <p:nvSpPr>
          <p:cNvPr id="1352" name="Google Shape;1352;p134"/>
          <p:cNvSpPr/>
          <p:nvPr/>
        </p:nvSpPr>
        <p:spPr>
          <a:xfrm>
            <a:off x="687770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48CAB"/>
              </a:solidFill>
              <a:highlight>
                <a:srgbClr val="FFDE92"/>
              </a:highlight>
              <a:latin typeface="Inter Tight"/>
              <a:ea typeface="Inter Tight"/>
              <a:cs typeface="Inter Tight"/>
              <a:sym typeface="Inter Tight"/>
            </a:endParaRPr>
          </a:p>
        </p:txBody>
      </p:sp>
      <p:sp>
        <p:nvSpPr>
          <p:cNvPr id="1353" name="Google Shape;1353;p134"/>
          <p:cNvSpPr txBox="1"/>
          <p:nvPr>
            <p:ph idx="4294967295" type="title"/>
          </p:nvPr>
        </p:nvSpPr>
        <p:spPr>
          <a:xfrm>
            <a:off x="6956605" y="3158056"/>
            <a:ext cx="961800" cy="290700"/>
          </a:xfrm>
          <a:prstGeom prst="rect">
            <a:avLst/>
          </a:prstGeom>
          <a:ln>
            <a:noFill/>
          </a:ln>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Context</a:t>
            </a:r>
            <a:endParaRPr sz="1186">
              <a:solidFill>
                <a:srgbClr val="C5E0F6"/>
              </a:solidFill>
            </a:endParaRPr>
          </a:p>
        </p:txBody>
      </p:sp>
      <p:sp>
        <p:nvSpPr>
          <p:cNvPr id="1354" name="Google Shape;1354;p134"/>
          <p:cNvSpPr/>
          <p:nvPr/>
        </p:nvSpPr>
        <p:spPr>
          <a:xfrm>
            <a:off x="2604875"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C48CAB"/>
              </a:solidFill>
              <a:latin typeface="Inter Tight"/>
              <a:ea typeface="Inter Tight"/>
              <a:cs typeface="Inter Tight"/>
              <a:sym typeface="Inter Tight"/>
            </a:endParaRPr>
          </a:p>
        </p:txBody>
      </p:sp>
      <p:sp>
        <p:nvSpPr>
          <p:cNvPr id="1355" name="Google Shape;1355;p134"/>
          <p:cNvSpPr txBox="1"/>
          <p:nvPr>
            <p:ph idx="4294967295" type="title"/>
          </p:nvPr>
        </p:nvSpPr>
        <p:spPr>
          <a:xfrm>
            <a:off x="2556575" y="4003771"/>
            <a:ext cx="961800" cy="484500"/>
          </a:xfrm>
          <a:prstGeom prst="rect">
            <a:avLst/>
          </a:prstGeom>
          <a:ln>
            <a:noFill/>
          </a:ln>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System Prompt</a:t>
            </a:r>
            <a:endParaRPr sz="1186">
              <a:solidFill>
                <a:srgbClr val="C5E0F6"/>
              </a:solidFill>
            </a:endParaRPr>
          </a:p>
        </p:txBody>
      </p:sp>
      <p:sp>
        <p:nvSpPr>
          <p:cNvPr id="1356" name="Google Shape;1356;p134"/>
          <p:cNvSpPr/>
          <p:nvPr/>
        </p:nvSpPr>
        <p:spPr>
          <a:xfrm>
            <a:off x="5673913"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357" name="Google Shape;1357;p134"/>
          <p:cNvSpPr txBox="1"/>
          <p:nvPr>
            <p:ph idx="4294967295" type="title"/>
          </p:nvPr>
        </p:nvSpPr>
        <p:spPr>
          <a:xfrm>
            <a:off x="5625630" y="4100681"/>
            <a:ext cx="961800" cy="290700"/>
          </a:xfrm>
          <a:prstGeom prst="rect">
            <a:avLst/>
          </a:prstGeom>
          <a:ln>
            <a:noFill/>
          </a:ln>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Subagents</a:t>
            </a:r>
            <a:endParaRPr sz="1186">
              <a:solidFill>
                <a:srgbClr val="C5E0F6"/>
              </a:solidFill>
            </a:endParaRPr>
          </a:p>
        </p:txBody>
      </p:sp>
      <p:sp>
        <p:nvSpPr>
          <p:cNvPr id="1358" name="Google Shape;1358;p134"/>
          <p:cNvSpPr txBox="1"/>
          <p:nvPr/>
        </p:nvSpPr>
        <p:spPr>
          <a:xfrm>
            <a:off x="402650" y="309175"/>
            <a:ext cx="2962800" cy="4413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2000">
                <a:solidFill>
                  <a:schemeClr val="lt1"/>
                </a:solidFill>
                <a:latin typeface="Inter Tight"/>
                <a:ea typeface="Inter Tight"/>
                <a:cs typeface="Inter Tight"/>
                <a:sym typeface="Inter Tight"/>
              </a:rPr>
              <a:t>Agent = model + </a:t>
            </a:r>
            <a:r>
              <a:rPr lang="en" sz="2000">
                <a:solidFill>
                  <a:schemeClr val="lt1"/>
                </a:solidFill>
                <a:highlight>
                  <a:srgbClr val="2F4B68"/>
                </a:highlight>
                <a:latin typeface="Inter Tight"/>
                <a:ea typeface="Inter Tight"/>
                <a:cs typeface="Inter Tight"/>
                <a:sym typeface="Inter Tight"/>
              </a:rPr>
              <a:t>harness</a:t>
            </a:r>
            <a:endParaRPr sz="1498">
              <a:solidFill>
                <a:srgbClr val="7FC8FF"/>
              </a:solidFill>
              <a:highlight>
                <a:srgbClr val="2F4B68"/>
              </a:highlight>
              <a:latin typeface="Inter Tight"/>
              <a:ea typeface="Inter Tight"/>
              <a:cs typeface="Inter Tight"/>
              <a:sym typeface="Inter Tight"/>
            </a:endParaRPr>
          </a:p>
        </p:txBody>
      </p:sp>
      <p:pic>
        <p:nvPicPr>
          <p:cNvPr id="1359" name="Google Shape;1359;p134" title="Group 2147239581.png"/>
          <p:cNvPicPr preferRelativeResize="0"/>
          <p:nvPr/>
        </p:nvPicPr>
        <p:blipFill>
          <a:blip r:embed="rId3">
            <a:alphaModFix/>
          </a:blip>
          <a:stretch>
            <a:fillRect/>
          </a:stretch>
        </p:blipFill>
        <p:spPr>
          <a:xfrm>
            <a:off x="3808650" y="1526575"/>
            <a:ext cx="1526700" cy="15206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135"/>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5E0F6"/>
              </a:solidFill>
              <a:latin typeface="Inter Tight"/>
              <a:ea typeface="Inter Tight"/>
              <a:cs typeface="Inter Tight"/>
              <a:sym typeface="Inter Tight"/>
            </a:endParaRPr>
          </a:p>
        </p:txBody>
      </p:sp>
      <p:sp>
        <p:nvSpPr>
          <p:cNvPr id="1365" name="Google Shape;1365;p135"/>
          <p:cNvSpPr/>
          <p:nvPr/>
        </p:nvSpPr>
        <p:spPr>
          <a:xfrm>
            <a:off x="264792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66" name="Google Shape;1366;p135"/>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Skills</a:t>
            </a:r>
            <a:endParaRPr sz="1186">
              <a:solidFill>
                <a:srgbClr val="C5E0F6"/>
              </a:solidFill>
            </a:endParaRPr>
          </a:p>
        </p:txBody>
      </p:sp>
      <p:sp>
        <p:nvSpPr>
          <p:cNvPr id="1367" name="Google Shape;1367;p135"/>
          <p:cNvSpPr/>
          <p:nvPr/>
        </p:nvSpPr>
        <p:spPr>
          <a:xfrm>
            <a:off x="571697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68" name="Google Shape;1368;p135"/>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Tools</a:t>
            </a:r>
            <a:endParaRPr sz="1186">
              <a:solidFill>
                <a:srgbClr val="C5E0F6"/>
              </a:solidFill>
            </a:endParaRPr>
          </a:p>
        </p:txBody>
      </p:sp>
      <p:sp>
        <p:nvSpPr>
          <p:cNvPr id="1369" name="Google Shape;1369;p135"/>
          <p:cNvSpPr/>
          <p:nvPr/>
        </p:nvSpPr>
        <p:spPr>
          <a:xfrm>
            <a:off x="110275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70" name="Google Shape;1370;p135"/>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Memory</a:t>
            </a:r>
            <a:endParaRPr sz="1186">
              <a:solidFill>
                <a:srgbClr val="C5E0F6"/>
              </a:solidFill>
            </a:endParaRPr>
          </a:p>
        </p:txBody>
      </p:sp>
      <p:sp>
        <p:nvSpPr>
          <p:cNvPr id="1371" name="Google Shape;1371;p135"/>
          <p:cNvSpPr/>
          <p:nvPr/>
        </p:nvSpPr>
        <p:spPr>
          <a:xfrm>
            <a:off x="687770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DE92"/>
              </a:highlight>
              <a:latin typeface="Inter Tight"/>
              <a:ea typeface="Inter Tight"/>
              <a:cs typeface="Inter Tight"/>
              <a:sym typeface="Inter Tight"/>
            </a:endParaRPr>
          </a:p>
        </p:txBody>
      </p:sp>
      <p:sp>
        <p:nvSpPr>
          <p:cNvPr id="1372" name="Google Shape;1372;p135"/>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Context</a:t>
            </a:r>
            <a:endParaRPr sz="1186">
              <a:solidFill>
                <a:srgbClr val="C5E0F6"/>
              </a:solidFill>
            </a:endParaRPr>
          </a:p>
        </p:txBody>
      </p:sp>
      <p:sp>
        <p:nvSpPr>
          <p:cNvPr id="1373" name="Google Shape;1373;p135"/>
          <p:cNvSpPr/>
          <p:nvPr/>
        </p:nvSpPr>
        <p:spPr>
          <a:xfrm>
            <a:off x="2604875"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latin typeface="Inter Tight"/>
              <a:ea typeface="Inter Tight"/>
              <a:cs typeface="Inter Tight"/>
              <a:sym typeface="Inter Tight"/>
            </a:endParaRPr>
          </a:p>
        </p:txBody>
      </p:sp>
      <p:sp>
        <p:nvSpPr>
          <p:cNvPr id="1374" name="Google Shape;1374;p135"/>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System Prompt</a:t>
            </a:r>
            <a:endParaRPr sz="1186">
              <a:solidFill>
                <a:srgbClr val="C5E0F6"/>
              </a:solidFill>
            </a:endParaRPr>
          </a:p>
        </p:txBody>
      </p:sp>
      <p:sp>
        <p:nvSpPr>
          <p:cNvPr id="1375" name="Google Shape;1375;p135"/>
          <p:cNvSpPr/>
          <p:nvPr/>
        </p:nvSpPr>
        <p:spPr>
          <a:xfrm>
            <a:off x="5673913"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376" name="Google Shape;1376;p135"/>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Subagents</a:t>
            </a:r>
            <a:endParaRPr sz="1186">
              <a:solidFill>
                <a:srgbClr val="C5E0F6"/>
              </a:solidFill>
            </a:endParaRPr>
          </a:p>
        </p:txBody>
      </p:sp>
      <p:sp>
        <p:nvSpPr>
          <p:cNvPr id="1377" name="Google Shape;1377;p135"/>
          <p:cNvSpPr txBox="1"/>
          <p:nvPr/>
        </p:nvSpPr>
        <p:spPr>
          <a:xfrm>
            <a:off x="402650" y="309175"/>
            <a:ext cx="2962800" cy="441300"/>
          </a:xfrm>
          <a:prstGeom prst="rect">
            <a:avLst/>
          </a:prstGeom>
          <a:noFill/>
          <a:ln cap="flat" cmpd="sng" w="9525">
            <a:solidFill>
              <a:srgbClr val="CCE9FF"/>
            </a:solidFill>
            <a:prstDash val="dash"/>
            <a:round/>
            <a:headEnd len="sm" w="sm" type="none"/>
            <a:tailEnd len="sm" w="sm" type="none"/>
          </a:ln>
        </p:spPr>
        <p:txBody>
          <a:bodyPr anchorCtr="0" anchor="t" bIns="76100" lIns="76100" spcFirstLastPara="1" rIns="76100" wrap="square" tIns="76100">
            <a:noAutofit/>
          </a:bodyPr>
          <a:lstStyle/>
          <a:p>
            <a:pPr indent="0" lvl="0" marL="0" rtl="0" algn="ctr">
              <a:spcBef>
                <a:spcPts val="0"/>
              </a:spcBef>
              <a:spcAft>
                <a:spcPts val="0"/>
              </a:spcAft>
              <a:buNone/>
            </a:pPr>
            <a:r>
              <a:rPr lang="en" sz="2000">
                <a:solidFill>
                  <a:schemeClr val="lt1"/>
                </a:solidFill>
                <a:latin typeface="Inter Tight"/>
                <a:ea typeface="Inter Tight"/>
                <a:cs typeface="Inter Tight"/>
                <a:sym typeface="Inter Tight"/>
              </a:rPr>
              <a:t>Agent = model + harness</a:t>
            </a:r>
            <a:endParaRPr sz="1498">
              <a:solidFill>
                <a:srgbClr val="7FC8FF"/>
              </a:solidFill>
              <a:latin typeface="Inter Tight"/>
              <a:ea typeface="Inter Tight"/>
              <a:cs typeface="Inter Tight"/>
              <a:sym typeface="Inter Tight"/>
            </a:endParaRPr>
          </a:p>
        </p:txBody>
      </p:sp>
      <p:pic>
        <p:nvPicPr>
          <p:cNvPr id="1378" name="Google Shape;1378;p135" title="Group 2147239579.png"/>
          <p:cNvPicPr preferRelativeResize="0"/>
          <p:nvPr/>
        </p:nvPicPr>
        <p:blipFill>
          <a:blip r:embed="rId3">
            <a:alphaModFix/>
          </a:blip>
          <a:stretch>
            <a:fillRect/>
          </a:stretch>
        </p:blipFill>
        <p:spPr>
          <a:xfrm>
            <a:off x="3814278" y="1526601"/>
            <a:ext cx="1526700" cy="15206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36"/>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7CEED"/>
              </a:solidFill>
              <a:latin typeface="Inter Tight"/>
              <a:ea typeface="Inter Tight"/>
              <a:cs typeface="Inter Tight"/>
              <a:sym typeface="Inter Tight"/>
            </a:endParaRPr>
          </a:p>
        </p:txBody>
      </p:sp>
      <p:sp>
        <p:nvSpPr>
          <p:cNvPr id="1384" name="Google Shape;1384;p136"/>
          <p:cNvSpPr/>
          <p:nvPr/>
        </p:nvSpPr>
        <p:spPr>
          <a:xfrm>
            <a:off x="264792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85" name="Google Shape;1385;p136"/>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Skills</a:t>
            </a:r>
            <a:endParaRPr sz="1186">
              <a:solidFill>
                <a:srgbClr val="C5E0F6"/>
              </a:solidFill>
            </a:endParaRPr>
          </a:p>
        </p:txBody>
      </p:sp>
      <p:sp>
        <p:nvSpPr>
          <p:cNvPr id="1386" name="Google Shape;1386;p136"/>
          <p:cNvSpPr/>
          <p:nvPr/>
        </p:nvSpPr>
        <p:spPr>
          <a:xfrm>
            <a:off x="571697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87" name="Google Shape;1387;p136"/>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Tools</a:t>
            </a:r>
            <a:endParaRPr sz="1186">
              <a:solidFill>
                <a:srgbClr val="C5E0F6"/>
              </a:solidFill>
            </a:endParaRPr>
          </a:p>
        </p:txBody>
      </p:sp>
      <p:sp>
        <p:nvSpPr>
          <p:cNvPr id="1388" name="Google Shape;1388;p136"/>
          <p:cNvSpPr/>
          <p:nvPr/>
        </p:nvSpPr>
        <p:spPr>
          <a:xfrm>
            <a:off x="110275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89" name="Google Shape;1389;p136"/>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Memory</a:t>
            </a:r>
            <a:endParaRPr sz="1186">
              <a:solidFill>
                <a:srgbClr val="C5E0F6"/>
              </a:solidFill>
            </a:endParaRPr>
          </a:p>
        </p:txBody>
      </p:sp>
      <p:sp>
        <p:nvSpPr>
          <p:cNvPr id="1390" name="Google Shape;1390;p136"/>
          <p:cNvSpPr/>
          <p:nvPr/>
        </p:nvSpPr>
        <p:spPr>
          <a:xfrm>
            <a:off x="687770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DE92"/>
              </a:highlight>
              <a:latin typeface="Inter Tight"/>
              <a:ea typeface="Inter Tight"/>
              <a:cs typeface="Inter Tight"/>
              <a:sym typeface="Inter Tight"/>
            </a:endParaRPr>
          </a:p>
        </p:txBody>
      </p:sp>
      <p:sp>
        <p:nvSpPr>
          <p:cNvPr id="1391" name="Google Shape;1391;p136"/>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Context</a:t>
            </a:r>
            <a:endParaRPr sz="1186">
              <a:solidFill>
                <a:srgbClr val="C5E0F6"/>
              </a:solidFill>
            </a:endParaRPr>
          </a:p>
        </p:txBody>
      </p:sp>
      <p:sp>
        <p:nvSpPr>
          <p:cNvPr id="1392" name="Google Shape;1392;p136"/>
          <p:cNvSpPr/>
          <p:nvPr/>
        </p:nvSpPr>
        <p:spPr>
          <a:xfrm>
            <a:off x="2604875"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latin typeface="Inter Tight"/>
              <a:ea typeface="Inter Tight"/>
              <a:cs typeface="Inter Tight"/>
              <a:sym typeface="Inter Tight"/>
            </a:endParaRPr>
          </a:p>
        </p:txBody>
      </p:sp>
      <p:sp>
        <p:nvSpPr>
          <p:cNvPr id="1393" name="Google Shape;1393;p136"/>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System Prompt</a:t>
            </a:r>
            <a:endParaRPr sz="1186">
              <a:solidFill>
                <a:srgbClr val="C5E0F6"/>
              </a:solidFill>
            </a:endParaRPr>
          </a:p>
        </p:txBody>
      </p:sp>
      <p:sp>
        <p:nvSpPr>
          <p:cNvPr id="1394" name="Google Shape;1394;p136"/>
          <p:cNvSpPr/>
          <p:nvPr/>
        </p:nvSpPr>
        <p:spPr>
          <a:xfrm>
            <a:off x="5673913"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395" name="Google Shape;1395;p136"/>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Subagents</a:t>
            </a:r>
            <a:endParaRPr sz="1186">
              <a:solidFill>
                <a:srgbClr val="C5E0F6"/>
              </a:solidFill>
            </a:endParaRPr>
          </a:p>
        </p:txBody>
      </p:sp>
      <p:sp>
        <p:nvSpPr>
          <p:cNvPr id="1396" name="Google Shape;1396;p136"/>
          <p:cNvSpPr txBox="1"/>
          <p:nvPr/>
        </p:nvSpPr>
        <p:spPr>
          <a:xfrm>
            <a:off x="1842450" y="333175"/>
            <a:ext cx="5459100" cy="5442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3000">
                <a:solidFill>
                  <a:schemeClr val="dk1"/>
                </a:solidFill>
                <a:highlight>
                  <a:srgbClr val="CCE9FF"/>
                </a:highlight>
                <a:latin typeface="Inter Tight"/>
                <a:ea typeface="Inter Tight"/>
                <a:cs typeface="Inter Tight"/>
                <a:sym typeface="Inter Tight"/>
              </a:rPr>
              <a:t>What is the job of a harness?</a:t>
            </a:r>
            <a:endParaRPr sz="3000">
              <a:solidFill>
                <a:schemeClr val="dk1"/>
              </a:solidFill>
              <a:highlight>
                <a:srgbClr val="CCE9FF"/>
              </a:highlight>
              <a:latin typeface="Inter Tight"/>
              <a:ea typeface="Inter Tight"/>
              <a:cs typeface="Inter Tight"/>
              <a:sym typeface="Inter Tight"/>
            </a:endParaRPr>
          </a:p>
          <a:p>
            <a:pPr indent="0" lvl="0" marL="0" rtl="0" algn="l">
              <a:spcBef>
                <a:spcPts val="0"/>
              </a:spcBef>
              <a:spcAft>
                <a:spcPts val="0"/>
              </a:spcAft>
              <a:buNone/>
            </a:pPr>
            <a:r>
              <a:t/>
            </a:r>
            <a:endParaRPr sz="2000">
              <a:solidFill>
                <a:srgbClr val="7FC8FF"/>
              </a:solidFill>
              <a:highlight>
                <a:srgbClr val="2F4B68"/>
              </a:highlight>
              <a:latin typeface="Inter Tight"/>
              <a:ea typeface="Inter Tight"/>
              <a:cs typeface="Inter Tight"/>
              <a:sym typeface="Inter Tight"/>
            </a:endParaRPr>
          </a:p>
        </p:txBody>
      </p:sp>
      <p:pic>
        <p:nvPicPr>
          <p:cNvPr id="1397" name="Google Shape;1397;p136" title="Group 2147239579.png"/>
          <p:cNvPicPr preferRelativeResize="0"/>
          <p:nvPr/>
        </p:nvPicPr>
        <p:blipFill>
          <a:blip r:embed="rId3">
            <a:alphaModFix/>
          </a:blip>
          <a:stretch>
            <a:fillRect/>
          </a:stretch>
        </p:blipFill>
        <p:spPr>
          <a:xfrm>
            <a:off x="3814278" y="1526601"/>
            <a:ext cx="1526700" cy="15206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37"/>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7CEED"/>
              </a:solidFill>
              <a:latin typeface="Inter Tight"/>
              <a:ea typeface="Inter Tight"/>
              <a:cs typeface="Inter Tight"/>
              <a:sym typeface="Inter Tight"/>
            </a:endParaRPr>
          </a:p>
        </p:txBody>
      </p:sp>
      <p:sp>
        <p:nvSpPr>
          <p:cNvPr id="1403" name="Google Shape;1403;p137"/>
          <p:cNvSpPr/>
          <p:nvPr/>
        </p:nvSpPr>
        <p:spPr>
          <a:xfrm>
            <a:off x="264792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04" name="Google Shape;1404;p137"/>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Skills</a:t>
            </a:r>
            <a:endParaRPr sz="1186">
              <a:solidFill>
                <a:srgbClr val="C5E0F6"/>
              </a:solidFill>
            </a:endParaRPr>
          </a:p>
        </p:txBody>
      </p:sp>
      <p:sp>
        <p:nvSpPr>
          <p:cNvPr id="1405" name="Google Shape;1405;p137"/>
          <p:cNvSpPr/>
          <p:nvPr/>
        </p:nvSpPr>
        <p:spPr>
          <a:xfrm>
            <a:off x="571697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06" name="Google Shape;1406;p137"/>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Tools</a:t>
            </a:r>
            <a:endParaRPr sz="1186">
              <a:solidFill>
                <a:srgbClr val="C5E0F6"/>
              </a:solidFill>
            </a:endParaRPr>
          </a:p>
        </p:txBody>
      </p:sp>
      <p:sp>
        <p:nvSpPr>
          <p:cNvPr id="1407" name="Google Shape;1407;p137"/>
          <p:cNvSpPr/>
          <p:nvPr/>
        </p:nvSpPr>
        <p:spPr>
          <a:xfrm>
            <a:off x="110275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08" name="Google Shape;1408;p137"/>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Memory</a:t>
            </a:r>
            <a:endParaRPr sz="1186">
              <a:solidFill>
                <a:srgbClr val="C5E0F6"/>
              </a:solidFill>
            </a:endParaRPr>
          </a:p>
        </p:txBody>
      </p:sp>
      <p:sp>
        <p:nvSpPr>
          <p:cNvPr id="1409" name="Google Shape;1409;p137"/>
          <p:cNvSpPr/>
          <p:nvPr/>
        </p:nvSpPr>
        <p:spPr>
          <a:xfrm>
            <a:off x="687770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DE92"/>
              </a:highlight>
              <a:latin typeface="Inter Tight"/>
              <a:ea typeface="Inter Tight"/>
              <a:cs typeface="Inter Tight"/>
              <a:sym typeface="Inter Tight"/>
            </a:endParaRPr>
          </a:p>
        </p:txBody>
      </p:sp>
      <p:sp>
        <p:nvSpPr>
          <p:cNvPr id="1410" name="Google Shape;1410;p137"/>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Context</a:t>
            </a:r>
            <a:endParaRPr sz="1186">
              <a:solidFill>
                <a:srgbClr val="C5E0F6"/>
              </a:solidFill>
            </a:endParaRPr>
          </a:p>
        </p:txBody>
      </p:sp>
      <p:sp>
        <p:nvSpPr>
          <p:cNvPr id="1411" name="Google Shape;1411;p137"/>
          <p:cNvSpPr/>
          <p:nvPr/>
        </p:nvSpPr>
        <p:spPr>
          <a:xfrm>
            <a:off x="2604875"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latin typeface="Inter Tight"/>
              <a:ea typeface="Inter Tight"/>
              <a:cs typeface="Inter Tight"/>
              <a:sym typeface="Inter Tight"/>
            </a:endParaRPr>
          </a:p>
        </p:txBody>
      </p:sp>
      <p:sp>
        <p:nvSpPr>
          <p:cNvPr id="1412" name="Google Shape;1412;p137"/>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System Prompt</a:t>
            </a:r>
            <a:endParaRPr sz="1186">
              <a:solidFill>
                <a:srgbClr val="C5E0F6"/>
              </a:solidFill>
            </a:endParaRPr>
          </a:p>
        </p:txBody>
      </p:sp>
      <p:sp>
        <p:nvSpPr>
          <p:cNvPr id="1413" name="Google Shape;1413;p137"/>
          <p:cNvSpPr/>
          <p:nvPr/>
        </p:nvSpPr>
        <p:spPr>
          <a:xfrm>
            <a:off x="5673913"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414" name="Google Shape;1414;p137"/>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Subagents</a:t>
            </a:r>
            <a:endParaRPr sz="1186">
              <a:solidFill>
                <a:srgbClr val="C5E0F6"/>
              </a:solidFill>
            </a:endParaRPr>
          </a:p>
        </p:txBody>
      </p:sp>
      <p:pic>
        <p:nvPicPr>
          <p:cNvPr id="1415" name="Google Shape;1415;p137" title="Group 2147239326-2.png"/>
          <p:cNvPicPr preferRelativeResize="0"/>
          <p:nvPr/>
        </p:nvPicPr>
        <p:blipFill>
          <a:blip r:embed="rId3">
            <a:alphaModFix/>
          </a:blip>
          <a:stretch>
            <a:fillRect/>
          </a:stretch>
        </p:blipFill>
        <p:spPr>
          <a:xfrm>
            <a:off x="3808649" y="1493778"/>
            <a:ext cx="1526700" cy="1526700"/>
          </a:xfrm>
          <a:prstGeom prst="rect">
            <a:avLst/>
          </a:prstGeom>
          <a:noFill/>
          <a:ln>
            <a:noFill/>
          </a:ln>
        </p:spPr>
      </p:pic>
      <p:sp>
        <p:nvSpPr>
          <p:cNvPr id="1416" name="Google Shape;1416;p137"/>
          <p:cNvSpPr txBox="1"/>
          <p:nvPr/>
        </p:nvSpPr>
        <p:spPr>
          <a:xfrm>
            <a:off x="1842450" y="333175"/>
            <a:ext cx="5459100" cy="5442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3000">
                <a:solidFill>
                  <a:schemeClr val="dk1"/>
                </a:solidFill>
                <a:highlight>
                  <a:srgbClr val="C5E0F6"/>
                </a:highlight>
                <a:latin typeface="Inter Tight"/>
                <a:ea typeface="Inter Tight"/>
                <a:cs typeface="Inter Tight"/>
                <a:sym typeface="Inter Tight"/>
              </a:rPr>
              <a:t>What is the job of a harness?</a:t>
            </a:r>
            <a:endParaRPr sz="3000">
              <a:solidFill>
                <a:schemeClr val="dk1"/>
              </a:solidFill>
              <a:highlight>
                <a:srgbClr val="C5E0F6"/>
              </a:highlight>
              <a:latin typeface="Inter Tight"/>
              <a:ea typeface="Inter Tight"/>
              <a:cs typeface="Inter Tight"/>
              <a:sym typeface="Inter Tight"/>
            </a:endParaRPr>
          </a:p>
          <a:p>
            <a:pPr indent="0" lvl="0" marL="0" rtl="0" algn="l">
              <a:spcBef>
                <a:spcPts val="0"/>
              </a:spcBef>
              <a:spcAft>
                <a:spcPts val="0"/>
              </a:spcAft>
              <a:buNone/>
            </a:pPr>
            <a:r>
              <a:t/>
            </a:r>
            <a:endParaRPr sz="2000">
              <a:solidFill>
                <a:srgbClr val="7FC8FF"/>
              </a:solidFill>
              <a:highlight>
                <a:srgbClr val="2F4B68"/>
              </a:highlight>
              <a:latin typeface="Inter Tight"/>
              <a:ea typeface="Inter Tight"/>
              <a:cs typeface="Inter Tight"/>
              <a:sym typeface="Inter Tight"/>
            </a:endParaRPr>
          </a:p>
        </p:txBody>
      </p:sp>
      <p:sp>
        <p:nvSpPr>
          <p:cNvPr id="1417" name="Google Shape;1417;p137"/>
          <p:cNvSpPr/>
          <p:nvPr/>
        </p:nvSpPr>
        <p:spPr>
          <a:xfrm>
            <a:off x="3534225" y="1321955"/>
            <a:ext cx="2091300" cy="2043600"/>
          </a:xfrm>
          <a:prstGeom prst="ellipse">
            <a:avLst/>
          </a:prstGeom>
          <a:solidFill>
            <a:srgbClr val="C5E0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18" name="Google Shape;1418;p137"/>
          <p:cNvSpPr txBox="1"/>
          <p:nvPr/>
        </p:nvSpPr>
        <p:spPr>
          <a:xfrm>
            <a:off x="3605550" y="1473073"/>
            <a:ext cx="1932900" cy="172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Inter Tight"/>
                <a:ea typeface="Inter Tight"/>
                <a:cs typeface="Inter Tight"/>
                <a:sym typeface="Inter Tight"/>
              </a:rPr>
              <a:t>To get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the model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the right context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at the right time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for the given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task.</a:t>
            </a:r>
            <a:endParaRPr sz="1700">
              <a:latin typeface="Inter Tight"/>
              <a:ea typeface="Inter Tight"/>
              <a:cs typeface="Inter Tight"/>
              <a:sym typeface="Inter T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38"/>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7CEED"/>
              </a:solidFill>
              <a:latin typeface="Inter Tight"/>
              <a:ea typeface="Inter Tight"/>
              <a:cs typeface="Inter Tight"/>
              <a:sym typeface="Inter Tight"/>
            </a:endParaRPr>
          </a:p>
        </p:txBody>
      </p:sp>
      <p:sp>
        <p:nvSpPr>
          <p:cNvPr id="1424" name="Google Shape;1424;p138"/>
          <p:cNvSpPr/>
          <p:nvPr/>
        </p:nvSpPr>
        <p:spPr>
          <a:xfrm>
            <a:off x="2647925" y="2051025"/>
            <a:ext cx="779100" cy="779100"/>
          </a:xfrm>
          <a:prstGeom prst="ellipse">
            <a:avLst/>
          </a:prstGeom>
          <a:solidFill>
            <a:srgbClr val="B2DEFF"/>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25" name="Google Shape;1425;p138"/>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Skills</a:t>
            </a:r>
            <a:endParaRPr sz="1186"/>
          </a:p>
        </p:txBody>
      </p:sp>
      <p:sp>
        <p:nvSpPr>
          <p:cNvPr id="1426" name="Google Shape;1426;p138"/>
          <p:cNvSpPr/>
          <p:nvPr/>
        </p:nvSpPr>
        <p:spPr>
          <a:xfrm>
            <a:off x="5716975" y="2051025"/>
            <a:ext cx="779100" cy="779100"/>
          </a:xfrm>
          <a:prstGeom prst="ellipse">
            <a:avLst/>
          </a:prstGeom>
          <a:solidFill>
            <a:srgbClr val="B2DEFF"/>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27" name="Google Shape;1427;p138"/>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Tools</a:t>
            </a:r>
            <a:endParaRPr sz="1186"/>
          </a:p>
        </p:txBody>
      </p:sp>
      <p:sp>
        <p:nvSpPr>
          <p:cNvPr id="1428" name="Google Shape;1428;p138"/>
          <p:cNvSpPr/>
          <p:nvPr/>
        </p:nvSpPr>
        <p:spPr>
          <a:xfrm>
            <a:off x="1102750" y="2743600"/>
            <a:ext cx="1119600" cy="1119600"/>
          </a:xfrm>
          <a:prstGeom prst="ellipse">
            <a:avLst/>
          </a:prstGeom>
          <a:solidFill>
            <a:srgbClr val="B2DEFF"/>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29" name="Google Shape;1429;p138"/>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Memory</a:t>
            </a:r>
            <a:endParaRPr sz="1186"/>
          </a:p>
        </p:txBody>
      </p:sp>
      <p:sp>
        <p:nvSpPr>
          <p:cNvPr id="1430" name="Google Shape;1430;p138"/>
          <p:cNvSpPr/>
          <p:nvPr/>
        </p:nvSpPr>
        <p:spPr>
          <a:xfrm>
            <a:off x="6877700" y="2743600"/>
            <a:ext cx="1119600" cy="1119600"/>
          </a:xfrm>
          <a:prstGeom prst="ellipse">
            <a:avLst/>
          </a:prstGeom>
          <a:solidFill>
            <a:srgbClr val="B2DEFF"/>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DE92"/>
              </a:highlight>
              <a:latin typeface="Inter Tight"/>
              <a:ea typeface="Inter Tight"/>
              <a:cs typeface="Inter Tight"/>
              <a:sym typeface="Inter Tight"/>
            </a:endParaRPr>
          </a:p>
        </p:txBody>
      </p:sp>
      <p:sp>
        <p:nvSpPr>
          <p:cNvPr id="1431" name="Google Shape;1431;p138"/>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Context</a:t>
            </a:r>
            <a:endParaRPr sz="1186"/>
          </a:p>
        </p:txBody>
      </p:sp>
      <p:sp>
        <p:nvSpPr>
          <p:cNvPr id="1432" name="Google Shape;1432;p138"/>
          <p:cNvSpPr/>
          <p:nvPr/>
        </p:nvSpPr>
        <p:spPr>
          <a:xfrm>
            <a:off x="2604875" y="3813413"/>
            <a:ext cx="865200" cy="865200"/>
          </a:xfrm>
          <a:prstGeom prst="ellipse">
            <a:avLst/>
          </a:prstGeom>
          <a:solidFill>
            <a:srgbClr val="B2DEFF"/>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latin typeface="Inter Tight"/>
              <a:ea typeface="Inter Tight"/>
              <a:cs typeface="Inter Tight"/>
              <a:sym typeface="Inter Tight"/>
            </a:endParaRPr>
          </a:p>
        </p:txBody>
      </p:sp>
      <p:sp>
        <p:nvSpPr>
          <p:cNvPr id="1433" name="Google Shape;1433;p138"/>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System Prompt</a:t>
            </a:r>
            <a:endParaRPr sz="1186"/>
          </a:p>
        </p:txBody>
      </p:sp>
      <p:sp>
        <p:nvSpPr>
          <p:cNvPr id="1434" name="Google Shape;1434;p138"/>
          <p:cNvSpPr/>
          <p:nvPr/>
        </p:nvSpPr>
        <p:spPr>
          <a:xfrm>
            <a:off x="5673913" y="3813413"/>
            <a:ext cx="865200" cy="865200"/>
          </a:xfrm>
          <a:prstGeom prst="ellipse">
            <a:avLst/>
          </a:prstGeom>
          <a:solidFill>
            <a:srgbClr val="B2DEFF"/>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435" name="Google Shape;1435;p138"/>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Subagents</a:t>
            </a:r>
            <a:endParaRPr sz="1186"/>
          </a:p>
        </p:txBody>
      </p:sp>
      <p:pic>
        <p:nvPicPr>
          <p:cNvPr id="1436" name="Google Shape;1436;p138" title="Group 2147239326-2.png"/>
          <p:cNvPicPr preferRelativeResize="0"/>
          <p:nvPr/>
        </p:nvPicPr>
        <p:blipFill>
          <a:blip r:embed="rId3">
            <a:alphaModFix/>
          </a:blip>
          <a:stretch>
            <a:fillRect/>
          </a:stretch>
        </p:blipFill>
        <p:spPr>
          <a:xfrm>
            <a:off x="3808649" y="1493778"/>
            <a:ext cx="1526700" cy="1526700"/>
          </a:xfrm>
          <a:prstGeom prst="rect">
            <a:avLst/>
          </a:prstGeom>
          <a:noFill/>
          <a:ln>
            <a:noFill/>
          </a:ln>
        </p:spPr>
      </p:pic>
      <p:sp>
        <p:nvSpPr>
          <p:cNvPr id="1437" name="Google Shape;1437;p138"/>
          <p:cNvSpPr txBox="1"/>
          <p:nvPr/>
        </p:nvSpPr>
        <p:spPr>
          <a:xfrm>
            <a:off x="1842450" y="333175"/>
            <a:ext cx="5459100" cy="5442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3000">
                <a:solidFill>
                  <a:schemeClr val="dk1"/>
                </a:solidFill>
                <a:highlight>
                  <a:srgbClr val="C5E0F6"/>
                </a:highlight>
                <a:latin typeface="Inter Tight"/>
                <a:ea typeface="Inter Tight"/>
                <a:cs typeface="Inter Tight"/>
                <a:sym typeface="Inter Tight"/>
              </a:rPr>
              <a:t>What is the job of a harness?</a:t>
            </a:r>
            <a:endParaRPr sz="3000">
              <a:solidFill>
                <a:schemeClr val="dk1"/>
              </a:solidFill>
              <a:highlight>
                <a:srgbClr val="C5E0F6"/>
              </a:highlight>
              <a:latin typeface="Inter Tight"/>
              <a:ea typeface="Inter Tight"/>
              <a:cs typeface="Inter Tight"/>
              <a:sym typeface="Inter Tight"/>
            </a:endParaRPr>
          </a:p>
          <a:p>
            <a:pPr indent="0" lvl="0" marL="0" rtl="0" algn="l">
              <a:spcBef>
                <a:spcPts val="0"/>
              </a:spcBef>
              <a:spcAft>
                <a:spcPts val="0"/>
              </a:spcAft>
              <a:buNone/>
            </a:pPr>
            <a:r>
              <a:t/>
            </a:r>
            <a:endParaRPr sz="2000">
              <a:solidFill>
                <a:srgbClr val="7FC8FF"/>
              </a:solidFill>
              <a:highlight>
                <a:srgbClr val="2F4B68"/>
              </a:highlight>
              <a:latin typeface="Inter Tight"/>
              <a:ea typeface="Inter Tight"/>
              <a:cs typeface="Inter Tight"/>
              <a:sym typeface="Inter Tight"/>
            </a:endParaRPr>
          </a:p>
        </p:txBody>
      </p:sp>
      <p:sp>
        <p:nvSpPr>
          <p:cNvPr id="1438" name="Google Shape;1438;p138"/>
          <p:cNvSpPr/>
          <p:nvPr/>
        </p:nvSpPr>
        <p:spPr>
          <a:xfrm>
            <a:off x="3534225" y="1321955"/>
            <a:ext cx="2091300" cy="204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39" name="Google Shape;1439;p138"/>
          <p:cNvSpPr txBox="1"/>
          <p:nvPr/>
        </p:nvSpPr>
        <p:spPr>
          <a:xfrm>
            <a:off x="3605550" y="1473073"/>
            <a:ext cx="1932900" cy="172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To get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the model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the right context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at the right time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for the given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task.</a:t>
            </a:r>
            <a:endParaRPr sz="1700">
              <a:solidFill>
                <a:srgbClr val="030710"/>
              </a:solidFill>
              <a:latin typeface="Inter Tight"/>
              <a:ea typeface="Inter Tight"/>
              <a:cs typeface="Inter Tight"/>
              <a:sym typeface="Inter T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39"/>
          <p:cNvSpPr txBox="1"/>
          <p:nvPr>
            <p:ph idx="4294967295" type="body"/>
          </p:nvPr>
        </p:nvSpPr>
        <p:spPr>
          <a:xfrm>
            <a:off x="2271750" y="1439728"/>
            <a:ext cx="4600500" cy="923100"/>
          </a:xfrm>
          <a:prstGeom prst="rect">
            <a:avLst/>
          </a:prstGeom>
          <a:noFill/>
          <a:ln>
            <a:noFill/>
          </a:ln>
        </p:spPr>
        <p:txBody>
          <a:bodyPr anchorCtr="0" anchor="ctr" bIns="0" lIns="0" spcFirstLastPara="1" rIns="0" wrap="square" tIns="0">
            <a:normAutofit fontScale="92500"/>
          </a:bodyPr>
          <a:lstStyle/>
          <a:p>
            <a:pPr indent="0" lvl="0" marL="0" rtl="0" algn="ctr">
              <a:lnSpc>
                <a:spcPct val="150000"/>
              </a:lnSpc>
              <a:spcBef>
                <a:spcPts val="0"/>
              </a:spcBef>
              <a:spcAft>
                <a:spcPts val="0"/>
              </a:spcAft>
              <a:buSzPct val="32433"/>
              <a:buNone/>
            </a:pPr>
            <a:r>
              <a:rPr lang="en" sz="4000">
                <a:solidFill>
                  <a:srgbClr val="FBFBFB"/>
                </a:solidFill>
                <a:latin typeface="Inter Tight"/>
                <a:ea typeface="Inter Tight"/>
                <a:cs typeface="Inter Tight"/>
                <a:sym typeface="Inter Tight"/>
              </a:rPr>
              <a:t>What is </a:t>
            </a:r>
            <a:r>
              <a:rPr lang="en" sz="4000">
                <a:solidFill>
                  <a:srgbClr val="FBFBFB"/>
                </a:solidFill>
                <a:highlight>
                  <a:srgbClr val="2F4B68"/>
                </a:highlight>
                <a:latin typeface="Inter Tight"/>
                <a:ea typeface="Inter Tight"/>
                <a:cs typeface="Inter Tight"/>
                <a:sym typeface="Inter Tight"/>
              </a:rPr>
              <a:t>Deep Agents</a:t>
            </a:r>
            <a:r>
              <a:rPr lang="en" sz="4000">
                <a:solidFill>
                  <a:srgbClr val="FBFBFB"/>
                </a:solidFill>
                <a:latin typeface="Inter Tight"/>
                <a:ea typeface="Inter Tight"/>
                <a:cs typeface="Inter Tight"/>
                <a:sym typeface="Inter Tight"/>
              </a:rPr>
              <a:t>?</a:t>
            </a:r>
            <a:endParaRPr sz="4000">
              <a:solidFill>
                <a:srgbClr val="FBFBFB"/>
              </a:solidFill>
              <a:latin typeface="Inter Tight"/>
              <a:ea typeface="Inter Tight"/>
              <a:cs typeface="Inter Tight"/>
              <a:sym typeface="Inter Tight"/>
            </a:endParaRPr>
          </a:p>
        </p:txBody>
      </p:sp>
      <p:sp>
        <p:nvSpPr>
          <p:cNvPr id="1445" name="Google Shape;1445;p139"/>
          <p:cNvSpPr txBox="1"/>
          <p:nvPr/>
        </p:nvSpPr>
        <p:spPr>
          <a:xfrm>
            <a:off x="1673213" y="2779513"/>
            <a:ext cx="13422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Agent</a:t>
            </a:r>
            <a:endParaRPr b="0" i="0" sz="2900" u="none" cap="none" strike="noStrike">
              <a:solidFill>
                <a:srgbClr val="CCE9FF"/>
              </a:solidFill>
              <a:latin typeface="IBM Plex Mono"/>
              <a:ea typeface="IBM Plex Mono"/>
              <a:cs typeface="IBM Plex Mono"/>
              <a:sym typeface="IBM Plex Mono"/>
            </a:endParaRPr>
          </a:p>
        </p:txBody>
      </p:sp>
      <p:sp>
        <p:nvSpPr>
          <p:cNvPr id="1446" name="Google Shape;1446;p139"/>
          <p:cNvSpPr txBox="1"/>
          <p:nvPr/>
        </p:nvSpPr>
        <p:spPr>
          <a:xfrm>
            <a:off x="3149201" y="2779513"/>
            <a:ext cx="4926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a:t>
            </a:r>
            <a:endParaRPr b="0" i="0" sz="2900" u="none" cap="none" strike="noStrike">
              <a:solidFill>
                <a:srgbClr val="CCE9FF"/>
              </a:solidFill>
              <a:latin typeface="IBM Plex Mono"/>
              <a:ea typeface="IBM Plex Mono"/>
              <a:cs typeface="IBM Plex Mono"/>
              <a:sym typeface="IBM Plex Mono"/>
            </a:endParaRPr>
          </a:p>
        </p:txBody>
      </p:sp>
      <p:sp>
        <p:nvSpPr>
          <p:cNvPr id="1447" name="Google Shape;1447;p139"/>
          <p:cNvSpPr txBox="1"/>
          <p:nvPr/>
        </p:nvSpPr>
        <p:spPr>
          <a:xfrm>
            <a:off x="3775588" y="2779513"/>
            <a:ext cx="13422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Model</a:t>
            </a:r>
            <a:endParaRPr b="0" i="0" sz="2900" u="none" cap="none" strike="noStrike">
              <a:solidFill>
                <a:srgbClr val="CCE9FF"/>
              </a:solidFill>
              <a:latin typeface="IBM Plex Mono"/>
              <a:ea typeface="IBM Plex Mono"/>
              <a:cs typeface="IBM Plex Mono"/>
              <a:sym typeface="IBM Plex Mono"/>
            </a:endParaRPr>
          </a:p>
        </p:txBody>
      </p:sp>
      <p:sp>
        <p:nvSpPr>
          <p:cNvPr id="1448" name="Google Shape;1448;p139"/>
          <p:cNvSpPr txBox="1"/>
          <p:nvPr/>
        </p:nvSpPr>
        <p:spPr>
          <a:xfrm>
            <a:off x="5251588" y="2779513"/>
            <a:ext cx="4926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a:t>
            </a:r>
            <a:endParaRPr b="0" i="0" sz="2900" u="none" cap="none" strike="noStrike">
              <a:solidFill>
                <a:srgbClr val="CCE9FF"/>
              </a:solidFill>
              <a:latin typeface="IBM Plex Mono"/>
              <a:ea typeface="IBM Plex Mono"/>
              <a:cs typeface="IBM Plex Mono"/>
              <a:sym typeface="IBM Plex Mono"/>
            </a:endParaRPr>
          </a:p>
        </p:txBody>
      </p:sp>
      <p:sp>
        <p:nvSpPr>
          <p:cNvPr id="1449" name="Google Shape;1449;p139"/>
          <p:cNvSpPr txBox="1"/>
          <p:nvPr/>
        </p:nvSpPr>
        <p:spPr>
          <a:xfrm>
            <a:off x="5877974" y="2779525"/>
            <a:ext cx="17706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Harness</a:t>
            </a:r>
            <a:endParaRPr b="0" i="0" sz="2900" u="none" cap="none" strike="noStrike">
              <a:solidFill>
                <a:srgbClr val="CCE9FF"/>
              </a:solidFill>
              <a:latin typeface="IBM Plex Mono"/>
              <a:ea typeface="IBM Plex Mono"/>
              <a:cs typeface="IBM Plex Mono"/>
              <a:sym typeface="IBM Plex Mono"/>
            </a:endParaRPr>
          </a:p>
        </p:txBody>
      </p:sp>
      <p:sp>
        <p:nvSpPr>
          <p:cNvPr id="1450" name="Google Shape;1450;p139"/>
          <p:cNvSpPr txBox="1"/>
          <p:nvPr/>
        </p:nvSpPr>
        <p:spPr>
          <a:xfrm>
            <a:off x="5838507" y="2773775"/>
            <a:ext cx="25134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chemeClr val="lt1"/>
                </a:solidFill>
                <a:highlight>
                  <a:srgbClr val="2F4B68"/>
                </a:highlight>
                <a:latin typeface="IBM Plex Mono"/>
                <a:ea typeface="IBM Plex Mono"/>
                <a:cs typeface="IBM Plex Mono"/>
                <a:sym typeface="IBM Plex Mono"/>
              </a:rPr>
              <a:t>DA Harness</a:t>
            </a:r>
            <a:endParaRPr b="0" i="0" sz="2900" u="none" cap="none" strike="noStrike">
              <a:solidFill>
                <a:schemeClr val="lt1"/>
              </a:solidFill>
              <a:highlight>
                <a:srgbClr val="2F4B68"/>
              </a:highlight>
              <a:latin typeface="IBM Plex Mono"/>
              <a:ea typeface="IBM Plex Mono"/>
              <a:cs typeface="IBM Plex Mono"/>
              <a:sym typeface="IBM Plex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100"/>
                                        <p:tgtEl>
                                          <p:spTgt spid="1449"/>
                                        </p:tgtEl>
                                        <p:attrNameLst>
                                          <p:attrName>ppt_w</p:attrName>
                                        </p:attrNameLst>
                                      </p:cBhvr>
                                      <p:tavLst>
                                        <p:tav fmla="" tm="0">
                                          <p:val>
                                            <p:strVal val="#ppt_w"/>
                                          </p:val>
                                        </p:tav>
                                        <p:tav fmla="" tm="100000">
                                          <p:val>
                                            <p:strVal val="0"/>
                                          </p:val>
                                        </p:tav>
                                      </p:tavLst>
                                    </p:anim>
                                    <p:anim calcmode="lin" valueType="num">
                                      <p:cBhvr additive="base">
                                        <p:cTn dur="100"/>
                                        <p:tgtEl>
                                          <p:spTgt spid="1449"/>
                                        </p:tgtEl>
                                        <p:attrNameLst>
                                          <p:attrName>ppt_h</p:attrName>
                                        </p:attrNameLst>
                                      </p:cBhvr>
                                      <p:tavLst>
                                        <p:tav fmla="" tm="0">
                                          <p:val>
                                            <p:strVal val="#ppt_h"/>
                                          </p:val>
                                        </p:tav>
                                        <p:tav fmla="" tm="100000">
                                          <p:val>
                                            <p:strVal val="0"/>
                                          </p:val>
                                        </p:tav>
                                      </p:tavLst>
                                    </p:anim>
                                    <p:set>
                                      <p:cBhvr>
                                        <p:cTn dur="1" fill="hold">
                                          <p:stCondLst>
                                            <p:cond delay="100"/>
                                          </p:stCondLst>
                                        </p:cTn>
                                        <p:tgtEl>
                                          <p:spTgt spid="14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0"/>
                                        </p:tgtEl>
                                        <p:attrNameLst>
                                          <p:attrName>style.visibility</p:attrName>
                                        </p:attrNameLst>
                                      </p:cBhvr>
                                      <p:to>
                                        <p:strVal val="visible"/>
                                      </p:to>
                                    </p:set>
                                    <p:anim calcmode="lin" valueType="num">
                                      <p:cBhvr additive="base">
                                        <p:cTn dur="100"/>
                                        <p:tgtEl>
                                          <p:spTgt spid="1450"/>
                                        </p:tgtEl>
                                        <p:attrNameLst>
                                          <p:attrName>ppt_w</p:attrName>
                                        </p:attrNameLst>
                                      </p:cBhvr>
                                      <p:tavLst>
                                        <p:tav fmla="" tm="0">
                                          <p:val>
                                            <p:strVal val="0"/>
                                          </p:val>
                                        </p:tav>
                                        <p:tav fmla="" tm="100000">
                                          <p:val>
                                            <p:strVal val="#ppt_w"/>
                                          </p:val>
                                        </p:tav>
                                      </p:tavLst>
                                    </p:anim>
                                    <p:anim calcmode="lin" valueType="num">
                                      <p:cBhvr additive="base">
                                        <p:cTn dur="100"/>
                                        <p:tgtEl>
                                          <p:spTgt spid="145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40"/>
          <p:cNvSpPr txBox="1"/>
          <p:nvPr/>
        </p:nvSpPr>
        <p:spPr>
          <a:xfrm>
            <a:off x="232200" y="1682775"/>
            <a:ext cx="3492000" cy="9156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497">
                <a:solidFill>
                  <a:srgbClr val="F2FAFF"/>
                </a:solidFill>
                <a:latin typeface="Inter Tight"/>
                <a:ea typeface="Inter Tight"/>
                <a:cs typeface="Inter Tight"/>
                <a:sym typeface="Inter Tight"/>
              </a:rPr>
              <a:t>What is Deep Agents?</a:t>
            </a:r>
            <a:endParaRPr sz="2497">
              <a:solidFill>
                <a:srgbClr val="F2FAFF"/>
              </a:solidFill>
              <a:latin typeface="Inter Tight"/>
              <a:ea typeface="Inter Tight"/>
              <a:cs typeface="Inter Tight"/>
              <a:sym typeface="Inter Tight"/>
            </a:endParaRPr>
          </a:p>
          <a:p>
            <a:pPr indent="0" lvl="0" marL="0" rtl="0" algn="l">
              <a:spcBef>
                <a:spcPts val="0"/>
              </a:spcBef>
              <a:spcAft>
                <a:spcPts val="0"/>
              </a:spcAft>
              <a:buNone/>
            </a:pPr>
            <a:r>
              <a:t/>
            </a:r>
            <a:endParaRPr sz="1498">
              <a:solidFill>
                <a:srgbClr val="7FC8FF"/>
              </a:solidFill>
              <a:latin typeface="Inter Tight"/>
              <a:ea typeface="Inter Tight"/>
              <a:cs typeface="Inter Tight"/>
              <a:sym typeface="Inter Tight"/>
            </a:endParaRPr>
          </a:p>
        </p:txBody>
      </p:sp>
      <p:sp>
        <p:nvSpPr>
          <p:cNvPr id="1456" name="Google Shape;1456;p140"/>
          <p:cNvSpPr txBox="1"/>
          <p:nvPr/>
        </p:nvSpPr>
        <p:spPr>
          <a:xfrm>
            <a:off x="232200" y="2457225"/>
            <a:ext cx="3244800" cy="1003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000">
                <a:solidFill>
                  <a:srgbClr val="7FC8FF"/>
                </a:solidFill>
                <a:latin typeface="Inter Tight"/>
                <a:ea typeface="Inter Tight"/>
                <a:cs typeface="Inter Tight"/>
                <a:sym typeface="Inter Tight"/>
              </a:rPr>
              <a:t>A customizable agent harness purpose built for complex, real-world tasks.</a:t>
            </a:r>
            <a:endParaRPr sz="2000">
              <a:solidFill>
                <a:srgbClr val="7FC8FF"/>
              </a:solidFill>
              <a:latin typeface="Inter Tight"/>
              <a:ea typeface="Inter Tight"/>
              <a:cs typeface="Inter Tight"/>
              <a:sym typeface="Inter Tight"/>
            </a:endParaRPr>
          </a:p>
          <a:p>
            <a:pPr indent="0" lvl="0" marL="0" rtl="0" algn="l">
              <a:spcBef>
                <a:spcPts val="0"/>
              </a:spcBef>
              <a:spcAft>
                <a:spcPts val="0"/>
              </a:spcAft>
              <a:buNone/>
            </a:pPr>
            <a:r>
              <a:t/>
            </a:r>
            <a:endParaRPr sz="1498">
              <a:solidFill>
                <a:srgbClr val="7FC8FF"/>
              </a:solidFill>
              <a:latin typeface="Inter Tight"/>
              <a:ea typeface="Inter Tight"/>
              <a:cs typeface="Inter Tight"/>
              <a:sym typeface="Inter Tight"/>
            </a:endParaRPr>
          </a:p>
        </p:txBody>
      </p:sp>
      <p:cxnSp>
        <p:nvCxnSpPr>
          <p:cNvPr id="1457" name="Google Shape;1457;p140"/>
          <p:cNvCxnSpPr/>
          <p:nvPr/>
        </p:nvCxnSpPr>
        <p:spPr>
          <a:xfrm>
            <a:off x="4275050" y="1127100"/>
            <a:ext cx="0" cy="2889300"/>
          </a:xfrm>
          <a:prstGeom prst="straightConnector1">
            <a:avLst/>
          </a:prstGeom>
          <a:noFill/>
          <a:ln cap="flat" cmpd="sng" w="9525">
            <a:solidFill>
              <a:srgbClr val="2F4B68"/>
            </a:solidFill>
            <a:prstDash val="solid"/>
            <a:round/>
            <a:headEnd len="med" w="med" type="none"/>
            <a:tailEnd len="med" w="med" type="none"/>
          </a:ln>
        </p:spPr>
      </p:cxnSp>
      <p:sp>
        <p:nvSpPr>
          <p:cNvPr id="1458" name="Google Shape;1458;p140"/>
          <p:cNvSpPr/>
          <p:nvPr/>
        </p:nvSpPr>
        <p:spPr>
          <a:xfrm>
            <a:off x="5256175" y="1462950"/>
            <a:ext cx="2211300" cy="2217600"/>
          </a:xfrm>
          <a:prstGeom prst="ellipse">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2F4B68"/>
                </a:solidFill>
                <a:latin typeface="Inter Tight"/>
                <a:ea typeface="Inter Tight"/>
                <a:cs typeface="Inter Tight"/>
                <a:sym typeface="Inter Tight"/>
              </a:rPr>
              <a:t>Agent</a:t>
            </a:r>
            <a:endParaRPr b="1" sz="2000">
              <a:solidFill>
                <a:srgbClr val="2F4B68"/>
              </a:solidFill>
              <a:latin typeface="Inter Tight"/>
              <a:ea typeface="Inter Tight"/>
              <a:cs typeface="Inter Tight"/>
              <a:sym typeface="Inter Tight"/>
            </a:endParaRPr>
          </a:p>
        </p:txBody>
      </p:sp>
      <p:grpSp>
        <p:nvGrpSpPr>
          <p:cNvPr id="1459" name="Google Shape;1459;p140"/>
          <p:cNvGrpSpPr/>
          <p:nvPr/>
        </p:nvGrpSpPr>
        <p:grpSpPr>
          <a:xfrm>
            <a:off x="4966375" y="762697"/>
            <a:ext cx="2790900" cy="3226103"/>
            <a:chOff x="4966375" y="762697"/>
            <a:chExt cx="2790900" cy="3226103"/>
          </a:xfrm>
        </p:grpSpPr>
        <p:sp>
          <p:nvSpPr>
            <p:cNvPr id="1460" name="Google Shape;1460;p140"/>
            <p:cNvSpPr/>
            <p:nvPr/>
          </p:nvSpPr>
          <p:spPr>
            <a:xfrm>
              <a:off x="4966375" y="1154699"/>
              <a:ext cx="2790900" cy="2834100"/>
            </a:xfrm>
            <a:prstGeom prst="donut">
              <a:avLst>
                <a:gd fmla="val 25000" name="adj"/>
              </a:avLst>
            </a:prstGeom>
            <a:solidFill>
              <a:srgbClr val="7FC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61" name="Google Shape;1461;p140"/>
            <p:cNvSpPr txBox="1"/>
            <p:nvPr/>
          </p:nvSpPr>
          <p:spPr>
            <a:xfrm>
              <a:off x="5510725" y="762697"/>
              <a:ext cx="1702200" cy="29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7FC8FF"/>
                  </a:solidFill>
                  <a:latin typeface="Inter Tight"/>
                  <a:ea typeface="Inter Tight"/>
                  <a:cs typeface="Inter Tight"/>
                  <a:sym typeface="Inter Tight"/>
                </a:rPr>
                <a:t>Deep Agent</a:t>
              </a:r>
              <a:endParaRPr b="1" sz="1800">
                <a:solidFill>
                  <a:srgbClr val="7FC8FF"/>
                </a:solidFill>
                <a:latin typeface="Inter Tight"/>
                <a:ea typeface="Inter Tight"/>
                <a:cs typeface="Inter Tight"/>
                <a:sym typeface="Inter T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141"/>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2FAFF"/>
                </a:solidFill>
              </a:rPr>
              <a:t>Why Deep Agents?</a:t>
            </a:r>
            <a:endParaRPr>
              <a:solidFill>
                <a:srgbClr val="F2FAFF"/>
              </a:solidFill>
            </a:endParaRPr>
          </a:p>
        </p:txBody>
      </p:sp>
      <p:grpSp>
        <p:nvGrpSpPr>
          <p:cNvPr id="1467" name="Google Shape;1467;p141"/>
          <p:cNvGrpSpPr/>
          <p:nvPr/>
        </p:nvGrpSpPr>
        <p:grpSpPr>
          <a:xfrm>
            <a:off x="1047562" y="1254875"/>
            <a:ext cx="3232800" cy="3389400"/>
            <a:chOff x="1182650" y="1216275"/>
            <a:chExt cx="3232800" cy="3389400"/>
          </a:xfrm>
        </p:grpSpPr>
        <p:sp>
          <p:nvSpPr>
            <p:cNvPr id="1468" name="Google Shape;1468;p141"/>
            <p:cNvSpPr/>
            <p:nvPr/>
          </p:nvSpPr>
          <p:spPr>
            <a:xfrm>
              <a:off x="1182650" y="1216275"/>
              <a:ext cx="3232800" cy="33894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469" name="Google Shape;1469;p141"/>
            <p:cNvSpPr txBox="1"/>
            <p:nvPr/>
          </p:nvSpPr>
          <p:spPr>
            <a:xfrm>
              <a:off x="165647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BM Plex Mono"/>
                  <a:ea typeface="IBM Plex Mono"/>
                  <a:cs typeface="IBM Plex Mono"/>
                  <a:sym typeface="IBM Plex Mono"/>
                </a:rPr>
                <a:t>01</a:t>
              </a:r>
              <a:endParaRPr sz="2200">
                <a:solidFill>
                  <a:srgbClr val="7FC8FF"/>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sp>
          <p:nvSpPr>
            <p:cNvPr id="1470" name="Google Shape;1470;p141"/>
            <p:cNvSpPr txBox="1"/>
            <p:nvPr/>
          </p:nvSpPr>
          <p:spPr>
            <a:xfrm>
              <a:off x="1656488" y="3618825"/>
              <a:ext cx="22851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nter Tight"/>
                  <a:ea typeface="Inter Tight"/>
                  <a:cs typeface="Inter Tight"/>
                  <a:sym typeface="Inter Tight"/>
                </a:rPr>
                <a:t>Provider agnostic</a:t>
              </a:r>
              <a:endParaRPr sz="2200">
                <a:solidFill>
                  <a:srgbClr val="7FC8FF"/>
                </a:solidFill>
                <a:latin typeface="Inter Tight"/>
                <a:ea typeface="Inter Tight"/>
                <a:cs typeface="Inter Tight"/>
                <a:sym typeface="Inter Tight"/>
              </a:endParaRPr>
            </a:p>
          </p:txBody>
        </p:sp>
      </p:grpSp>
      <p:grpSp>
        <p:nvGrpSpPr>
          <p:cNvPr id="1471" name="Google Shape;1471;p141"/>
          <p:cNvGrpSpPr/>
          <p:nvPr/>
        </p:nvGrpSpPr>
        <p:grpSpPr>
          <a:xfrm>
            <a:off x="4863637" y="1254875"/>
            <a:ext cx="3232800" cy="3389400"/>
            <a:chOff x="5047000" y="1216275"/>
            <a:chExt cx="3232800" cy="3389400"/>
          </a:xfrm>
        </p:grpSpPr>
        <p:sp>
          <p:nvSpPr>
            <p:cNvPr id="1472" name="Google Shape;1472;p141"/>
            <p:cNvSpPr/>
            <p:nvPr/>
          </p:nvSpPr>
          <p:spPr>
            <a:xfrm>
              <a:off x="5047000" y="1216275"/>
              <a:ext cx="3232800" cy="33894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473" name="Google Shape;1473;p141"/>
            <p:cNvSpPr txBox="1"/>
            <p:nvPr/>
          </p:nvSpPr>
          <p:spPr>
            <a:xfrm>
              <a:off x="534592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BM Plex Mono"/>
                  <a:ea typeface="IBM Plex Mono"/>
                  <a:cs typeface="IBM Plex Mono"/>
                  <a:sym typeface="IBM Plex Mono"/>
                </a:rPr>
                <a:t>02</a:t>
              </a:r>
              <a:endParaRPr sz="2200">
                <a:solidFill>
                  <a:srgbClr val="7FC8FF"/>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sp>
          <p:nvSpPr>
            <p:cNvPr id="1474" name="Google Shape;1474;p141"/>
            <p:cNvSpPr txBox="1"/>
            <p:nvPr/>
          </p:nvSpPr>
          <p:spPr>
            <a:xfrm>
              <a:off x="5345950" y="3618825"/>
              <a:ext cx="26349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nter Tight"/>
                  <a:ea typeface="Inter Tight"/>
                  <a:cs typeface="Inter Tight"/>
                  <a:sym typeface="Inter Tight"/>
                </a:rPr>
                <a:t>Highly customizable</a:t>
              </a:r>
              <a:endParaRPr sz="2200">
                <a:solidFill>
                  <a:srgbClr val="7FC8FF"/>
                </a:solidFill>
                <a:latin typeface="Inter Tight"/>
                <a:ea typeface="Inter Tight"/>
                <a:cs typeface="Inter Tight"/>
                <a:sym typeface="Inter Tight"/>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142"/>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2FAFF"/>
                </a:solidFill>
              </a:rPr>
              <a:t>Why Deep Agents?</a:t>
            </a:r>
            <a:endParaRPr>
              <a:solidFill>
                <a:srgbClr val="F2FAFF"/>
              </a:solidFill>
            </a:endParaRPr>
          </a:p>
        </p:txBody>
      </p:sp>
      <p:sp>
        <p:nvSpPr>
          <p:cNvPr id="1480" name="Google Shape;1480;p142"/>
          <p:cNvSpPr/>
          <p:nvPr/>
        </p:nvSpPr>
        <p:spPr>
          <a:xfrm>
            <a:off x="1047562" y="1254875"/>
            <a:ext cx="3232800" cy="33894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481" name="Google Shape;1481;p142"/>
          <p:cNvSpPr/>
          <p:nvPr/>
        </p:nvSpPr>
        <p:spPr>
          <a:xfrm>
            <a:off x="4863637" y="1254875"/>
            <a:ext cx="3232800" cy="3389400"/>
          </a:xfrm>
          <a:prstGeom prst="roundRect">
            <a:avLst>
              <a:gd fmla="val 4038" name="adj"/>
            </a:avLst>
          </a:prstGeom>
          <a:solidFill>
            <a:srgbClr val="0A0D16"/>
          </a:solidFill>
          <a:ln cap="flat" cmpd="sng" w="9525">
            <a:solidFill>
              <a:srgbClr val="313A4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nvGrpSpPr>
          <p:cNvPr id="1482" name="Google Shape;1482;p142"/>
          <p:cNvGrpSpPr/>
          <p:nvPr/>
        </p:nvGrpSpPr>
        <p:grpSpPr>
          <a:xfrm>
            <a:off x="5162562" y="3205684"/>
            <a:ext cx="2634925" cy="1024441"/>
            <a:chOff x="5345925" y="3167084"/>
            <a:chExt cx="2634925" cy="1024441"/>
          </a:xfrm>
        </p:grpSpPr>
        <p:sp>
          <p:nvSpPr>
            <p:cNvPr id="1483" name="Google Shape;1483;p142"/>
            <p:cNvSpPr txBox="1"/>
            <p:nvPr/>
          </p:nvSpPr>
          <p:spPr>
            <a:xfrm>
              <a:off x="534592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313A4E"/>
                  </a:solidFill>
                  <a:latin typeface="IBM Plex Mono"/>
                  <a:ea typeface="IBM Plex Mono"/>
                  <a:cs typeface="IBM Plex Mono"/>
                  <a:sym typeface="IBM Plex Mono"/>
                </a:rPr>
                <a:t>02</a:t>
              </a:r>
              <a:endParaRPr sz="2200">
                <a:solidFill>
                  <a:srgbClr val="313A4E"/>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313A4E"/>
                </a:solidFill>
                <a:latin typeface="Inter Tight"/>
                <a:ea typeface="Inter Tight"/>
                <a:cs typeface="Inter Tight"/>
                <a:sym typeface="Inter Tight"/>
              </a:endParaRPr>
            </a:p>
          </p:txBody>
        </p:sp>
        <p:sp>
          <p:nvSpPr>
            <p:cNvPr id="1484" name="Google Shape;1484;p142"/>
            <p:cNvSpPr txBox="1"/>
            <p:nvPr/>
          </p:nvSpPr>
          <p:spPr>
            <a:xfrm>
              <a:off x="5345950" y="3618825"/>
              <a:ext cx="26349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313A4E"/>
                  </a:solidFill>
                  <a:latin typeface="Inter Tight"/>
                  <a:ea typeface="Inter Tight"/>
                  <a:cs typeface="Inter Tight"/>
                  <a:sym typeface="Inter Tight"/>
                </a:rPr>
                <a:t>Highly customizable</a:t>
              </a:r>
              <a:endParaRPr sz="2200">
                <a:solidFill>
                  <a:srgbClr val="313A4E"/>
                </a:solidFill>
                <a:latin typeface="Inter Tight"/>
                <a:ea typeface="Inter Tight"/>
                <a:cs typeface="Inter Tight"/>
                <a:sym typeface="Inter Tight"/>
              </a:endParaRPr>
            </a:p>
            <a:p>
              <a:pPr indent="0" lvl="0" marL="0" rtl="0" algn="l">
                <a:spcBef>
                  <a:spcPts val="0"/>
                </a:spcBef>
                <a:spcAft>
                  <a:spcPts val="0"/>
                </a:spcAft>
                <a:buNone/>
              </a:pPr>
              <a:r>
                <a:t/>
              </a:r>
              <a:endParaRPr sz="2200">
                <a:solidFill>
                  <a:srgbClr val="313A4E"/>
                </a:solidFill>
                <a:latin typeface="Inter Tight"/>
                <a:ea typeface="Inter Tight"/>
                <a:cs typeface="Inter Tight"/>
                <a:sym typeface="Inter Tight"/>
              </a:endParaRPr>
            </a:p>
          </p:txBody>
        </p:sp>
      </p:grpSp>
      <p:grpSp>
        <p:nvGrpSpPr>
          <p:cNvPr id="1485" name="Google Shape;1485;p142"/>
          <p:cNvGrpSpPr/>
          <p:nvPr/>
        </p:nvGrpSpPr>
        <p:grpSpPr>
          <a:xfrm>
            <a:off x="1521388" y="3205684"/>
            <a:ext cx="2285113" cy="1024441"/>
            <a:chOff x="1656475" y="3167084"/>
            <a:chExt cx="2285113" cy="1024441"/>
          </a:xfrm>
        </p:grpSpPr>
        <p:sp>
          <p:nvSpPr>
            <p:cNvPr id="1486" name="Google Shape;1486;p142"/>
            <p:cNvSpPr txBox="1"/>
            <p:nvPr/>
          </p:nvSpPr>
          <p:spPr>
            <a:xfrm>
              <a:off x="165647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BM Plex Mono"/>
                  <a:ea typeface="IBM Plex Mono"/>
                  <a:cs typeface="IBM Plex Mono"/>
                  <a:sym typeface="IBM Plex Mono"/>
                </a:rPr>
                <a:t>01</a:t>
              </a:r>
              <a:endParaRPr sz="2200">
                <a:solidFill>
                  <a:srgbClr val="7FC8FF"/>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sp>
          <p:nvSpPr>
            <p:cNvPr id="1487" name="Google Shape;1487;p142"/>
            <p:cNvSpPr txBox="1"/>
            <p:nvPr/>
          </p:nvSpPr>
          <p:spPr>
            <a:xfrm>
              <a:off x="1656488" y="3618825"/>
              <a:ext cx="22851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nter Tight"/>
                  <a:ea typeface="Inter Tight"/>
                  <a:cs typeface="Inter Tight"/>
                  <a:sym typeface="Inter Tight"/>
                </a:rPr>
                <a:t>Provider agnostic</a:t>
              </a:r>
              <a:endParaRPr sz="2200">
                <a:solidFill>
                  <a:srgbClr val="7FC8FF"/>
                </a:solidFill>
                <a:latin typeface="Inter Tight"/>
                <a:ea typeface="Inter Tight"/>
                <a:cs typeface="Inter Tight"/>
                <a:sym typeface="Inter Tigh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143"/>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Provider agnostic</a:t>
            </a:r>
            <a:endParaRPr>
              <a:solidFill>
                <a:srgbClr val="80C7FF"/>
              </a:solidFill>
            </a:endParaRPr>
          </a:p>
        </p:txBody>
      </p:sp>
      <p:pic>
        <p:nvPicPr>
          <p:cNvPr id="1493" name="Google Shape;1493;p143" title="Group 2147239316.png"/>
          <p:cNvPicPr preferRelativeResize="0"/>
          <p:nvPr/>
        </p:nvPicPr>
        <p:blipFill>
          <a:blip r:embed="rId3">
            <a:alphaModFix/>
          </a:blip>
          <a:stretch>
            <a:fillRect/>
          </a:stretch>
        </p:blipFill>
        <p:spPr>
          <a:xfrm>
            <a:off x="171100" y="1011375"/>
            <a:ext cx="8801812" cy="39797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144"/>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2FAFF"/>
                </a:solidFill>
              </a:rPr>
              <a:t>Why Deep Agents?</a:t>
            </a:r>
            <a:endParaRPr>
              <a:solidFill>
                <a:srgbClr val="F2FAFF"/>
              </a:solidFill>
            </a:endParaRPr>
          </a:p>
        </p:txBody>
      </p:sp>
      <p:sp>
        <p:nvSpPr>
          <p:cNvPr id="1499" name="Google Shape;1499;p144"/>
          <p:cNvSpPr/>
          <p:nvPr/>
        </p:nvSpPr>
        <p:spPr>
          <a:xfrm>
            <a:off x="1047562" y="1254875"/>
            <a:ext cx="3232800" cy="3389400"/>
          </a:xfrm>
          <a:prstGeom prst="roundRect">
            <a:avLst>
              <a:gd fmla="val 4038" name="adj"/>
            </a:avLst>
          </a:prstGeom>
          <a:solidFill>
            <a:srgbClr val="0A0D16"/>
          </a:solidFill>
          <a:ln cap="flat" cmpd="sng" w="9525">
            <a:solidFill>
              <a:srgbClr val="313A4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00" name="Google Shape;1500;p144"/>
          <p:cNvSpPr/>
          <p:nvPr/>
        </p:nvSpPr>
        <p:spPr>
          <a:xfrm>
            <a:off x="4863637" y="1254875"/>
            <a:ext cx="3232800" cy="33894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nvGrpSpPr>
          <p:cNvPr id="1501" name="Google Shape;1501;p144"/>
          <p:cNvGrpSpPr/>
          <p:nvPr/>
        </p:nvGrpSpPr>
        <p:grpSpPr>
          <a:xfrm>
            <a:off x="5162562" y="3205684"/>
            <a:ext cx="2634925" cy="1024441"/>
            <a:chOff x="5345925" y="3167084"/>
            <a:chExt cx="2634925" cy="1024441"/>
          </a:xfrm>
        </p:grpSpPr>
        <p:sp>
          <p:nvSpPr>
            <p:cNvPr id="1502" name="Google Shape;1502;p144"/>
            <p:cNvSpPr txBox="1"/>
            <p:nvPr/>
          </p:nvSpPr>
          <p:spPr>
            <a:xfrm>
              <a:off x="534592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BM Plex Mono"/>
                  <a:ea typeface="IBM Plex Mono"/>
                  <a:cs typeface="IBM Plex Mono"/>
                  <a:sym typeface="IBM Plex Mono"/>
                </a:rPr>
                <a:t>02</a:t>
              </a:r>
              <a:endParaRPr sz="2200">
                <a:solidFill>
                  <a:srgbClr val="7FC8FF"/>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sp>
          <p:nvSpPr>
            <p:cNvPr id="1503" name="Google Shape;1503;p144"/>
            <p:cNvSpPr txBox="1"/>
            <p:nvPr/>
          </p:nvSpPr>
          <p:spPr>
            <a:xfrm>
              <a:off x="5345950" y="3618825"/>
              <a:ext cx="26349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nter Tight"/>
                  <a:ea typeface="Inter Tight"/>
                  <a:cs typeface="Inter Tight"/>
                  <a:sym typeface="Inter Tight"/>
                </a:rPr>
                <a:t>Highly customizable</a:t>
              </a:r>
              <a:endParaRPr sz="2200">
                <a:solidFill>
                  <a:srgbClr val="7FC8FF"/>
                </a:solidFill>
                <a:latin typeface="Inter Tight"/>
                <a:ea typeface="Inter Tight"/>
                <a:cs typeface="Inter Tight"/>
                <a:sym typeface="Inter Tight"/>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grpSp>
      <p:grpSp>
        <p:nvGrpSpPr>
          <p:cNvPr id="1504" name="Google Shape;1504;p144"/>
          <p:cNvGrpSpPr/>
          <p:nvPr/>
        </p:nvGrpSpPr>
        <p:grpSpPr>
          <a:xfrm>
            <a:off x="1521388" y="3205684"/>
            <a:ext cx="2285113" cy="1024441"/>
            <a:chOff x="1656475" y="3167084"/>
            <a:chExt cx="2285113" cy="1024441"/>
          </a:xfrm>
        </p:grpSpPr>
        <p:sp>
          <p:nvSpPr>
            <p:cNvPr id="1505" name="Google Shape;1505;p144"/>
            <p:cNvSpPr txBox="1"/>
            <p:nvPr/>
          </p:nvSpPr>
          <p:spPr>
            <a:xfrm>
              <a:off x="165647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313A4E"/>
                  </a:solidFill>
                  <a:latin typeface="IBM Plex Mono"/>
                  <a:ea typeface="IBM Plex Mono"/>
                  <a:cs typeface="IBM Plex Mono"/>
                  <a:sym typeface="IBM Plex Mono"/>
                </a:rPr>
                <a:t>01</a:t>
              </a:r>
              <a:endParaRPr sz="2200">
                <a:solidFill>
                  <a:srgbClr val="313A4E"/>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313A4E"/>
                </a:solidFill>
                <a:latin typeface="Inter Tight"/>
                <a:ea typeface="Inter Tight"/>
                <a:cs typeface="Inter Tight"/>
                <a:sym typeface="Inter Tight"/>
              </a:endParaRPr>
            </a:p>
          </p:txBody>
        </p:sp>
        <p:sp>
          <p:nvSpPr>
            <p:cNvPr id="1506" name="Google Shape;1506;p144"/>
            <p:cNvSpPr txBox="1"/>
            <p:nvPr/>
          </p:nvSpPr>
          <p:spPr>
            <a:xfrm>
              <a:off x="1656488" y="3618825"/>
              <a:ext cx="22851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313A4E"/>
                  </a:solidFill>
                  <a:latin typeface="Inter Tight"/>
                  <a:ea typeface="Inter Tight"/>
                  <a:cs typeface="Inter Tight"/>
                  <a:sym typeface="Inter Tight"/>
                </a:rPr>
                <a:t>Provider agnostic</a:t>
              </a:r>
              <a:endParaRPr sz="2200">
                <a:solidFill>
                  <a:srgbClr val="313A4E"/>
                </a:solidFill>
                <a:latin typeface="Inter Tight"/>
                <a:ea typeface="Inter Tight"/>
                <a:cs typeface="Inter Tight"/>
                <a:sym typeface="Inter Tigh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145"/>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512" name="Google Shape;1512;p145"/>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13" name="Google Shape;1513;p145"/>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514" name="Google Shape;1514;p145"/>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515" name="Google Shape;1515;p145"/>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16" name="Google Shape;1516;p145"/>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517" name="Google Shape;1517;p145"/>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18" name="Google Shape;1518;p145"/>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519" name="Google Shape;1519;p145"/>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20" name="Google Shape;1520;p145"/>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146"/>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526" name="Google Shape;1526;p146"/>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27" name="Google Shape;1527;p146"/>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528" name="Google Shape;1528;p146"/>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529" name="Google Shape;1529;p146"/>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0" name="Google Shape;1530;p146"/>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531" name="Google Shape;1531;p146"/>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2" name="Google Shape;1532;p146"/>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533" name="Google Shape;1533;p146"/>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4" name="Google Shape;1534;p146"/>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535" name="Google Shape;1535;p146"/>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6" name="Google Shape;1536;p146"/>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537" name="Google Shape;1537;p146"/>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8" name="Google Shape;1538;p146"/>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539" name="Google Shape;1539;p146"/>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40" name="Google Shape;1540;p146"/>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1541" name="Google Shape;1541;p146"/>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42" name="Google Shape;1542;p146"/>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543" name="Google Shape;1543;p146"/>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44" name="Google Shape;1544;p146"/>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545" name="Google Shape;1545;p146"/>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1546" name="Google Shape;1546;p146"/>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547" name="Google Shape;1547;p146"/>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548" name="Google Shape;1548;p146"/>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549" name="Google Shape;1549;p146"/>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147"/>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555" name="Google Shape;1555;p147"/>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56" name="Google Shape;1556;p147"/>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557" name="Google Shape;1557;p147"/>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558" name="Google Shape;1558;p147"/>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59" name="Google Shape;1559;p147"/>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560" name="Google Shape;1560;p147"/>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1" name="Google Shape;1561;p147"/>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562" name="Google Shape;1562;p147"/>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3" name="Google Shape;1563;p147"/>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564" name="Google Shape;1564;p147"/>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5" name="Google Shape;1565;p147"/>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566" name="Google Shape;1566;p147"/>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7" name="Google Shape;1567;p147"/>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568" name="Google Shape;1568;p147"/>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9" name="Google Shape;1569;p147"/>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1570" name="Google Shape;1570;p147"/>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71" name="Google Shape;1571;p147"/>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572" name="Google Shape;1572;p147"/>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73" name="Google Shape;1573;p147"/>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574" name="Google Shape;1574;p147"/>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1575" name="Google Shape;1575;p147"/>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576" name="Google Shape;1576;p147"/>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577" name="Google Shape;1577;p147"/>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578" name="Google Shape;1578;p147"/>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1579" name="Google Shape;1579;p147"/>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1580" name="Google Shape;1580;p147"/>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81" name="Google Shape;1581;p147"/>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1582" name="Google Shape;1582;p147"/>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83" name="Google Shape;1583;p147"/>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148"/>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589" name="Google Shape;1589;p148"/>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0" name="Google Shape;1590;p148"/>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591" name="Google Shape;1591;p148"/>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592" name="Google Shape;1592;p148"/>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3" name="Google Shape;1593;p148"/>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594" name="Google Shape;1594;p148"/>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5" name="Google Shape;1595;p148"/>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596" name="Google Shape;1596;p148"/>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7" name="Google Shape;1597;p148"/>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598" name="Google Shape;1598;p148"/>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9" name="Google Shape;1599;p148"/>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600" name="Google Shape;1600;p148"/>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01" name="Google Shape;1601;p148"/>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602" name="Google Shape;1602;p148"/>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03" name="Google Shape;1603;p148"/>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1604" name="Google Shape;1604;p148"/>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05" name="Google Shape;1605;p148"/>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606" name="Google Shape;1606;p148"/>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07" name="Google Shape;1607;p148"/>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608" name="Google Shape;1608;p148"/>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1609" name="Google Shape;1609;p148"/>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610" name="Google Shape;1610;p148"/>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611" name="Google Shape;1611;p148"/>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612" name="Google Shape;1612;p148"/>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1613" name="Google Shape;1613;p148"/>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1614" name="Google Shape;1614;p148"/>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15" name="Google Shape;1615;p148"/>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1616" name="Google Shape;1616;p148"/>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1617" name="Google Shape;1617;p148"/>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18" name="Google Shape;1618;p148"/>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1619" name="Google Shape;1619;p148"/>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20" name="Google Shape;1620;p148"/>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149"/>
          <p:cNvSpPr/>
          <p:nvPr/>
        </p:nvSpPr>
        <p:spPr>
          <a:xfrm>
            <a:off x="205950" y="1261350"/>
            <a:ext cx="7740000" cy="2462700"/>
          </a:xfrm>
          <a:prstGeom prst="roundRect">
            <a:avLst>
              <a:gd fmla="val 11372" name="adj"/>
            </a:avLst>
          </a:prstGeom>
          <a:solidFill>
            <a:srgbClr val="080F1E"/>
          </a:solidFill>
          <a:ln cap="flat" cmpd="sng" w="28575">
            <a:solidFill>
              <a:srgbClr val="80C7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626" name="Google Shape;1626;p149"/>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627" name="Google Shape;1627;p149"/>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28" name="Google Shape;1628;p149"/>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629" name="Google Shape;1629;p149"/>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630" name="Google Shape;1630;p149"/>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31" name="Google Shape;1631;p149"/>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632" name="Google Shape;1632;p149"/>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33" name="Google Shape;1633;p149"/>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634" name="Google Shape;1634;p149"/>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35" name="Google Shape;1635;p149"/>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636" name="Google Shape;1636;p149"/>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1637" name="Google Shape;1637;p149"/>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38" name="Google Shape;1638;p149"/>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639" name="Google Shape;1639;p149"/>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0" name="Google Shape;1640;p149"/>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641" name="Google Shape;1641;p149"/>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2" name="Google Shape;1642;p149"/>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1643" name="Google Shape;1643;p149"/>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4" name="Google Shape;1644;p149"/>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645" name="Google Shape;1645;p149"/>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6" name="Google Shape;1646;p149"/>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647" name="Google Shape;1647;p149"/>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sp>
        <p:nvSpPr>
          <p:cNvPr id="1648" name="Google Shape;1648;p149"/>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9" name="Google Shape;1649;p149"/>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1650" name="Google Shape;1650;p149"/>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1651" name="Google Shape;1651;p149"/>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52" name="Google Shape;1652;p149"/>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cxnSp>
        <p:nvCxnSpPr>
          <p:cNvPr id="1653" name="Google Shape;1653;p149"/>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654" name="Google Shape;1654;p149"/>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655" name="Google Shape;1655;p149"/>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656" name="Google Shape;1656;p149"/>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1657" name="Google Shape;1657;p149"/>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58" name="Google Shape;1658;p149"/>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2" name="Shape 1662"/>
        <p:cNvGrpSpPr/>
        <p:nvPr/>
      </p:nvGrpSpPr>
      <p:grpSpPr>
        <a:xfrm>
          <a:off x="0" y="0"/>
          <a:ext cx="0" cy="0"/>
          <a:chOff x="0" y="0"/>
          <a:chExt cx="0" cy="0"/>
        </a:xfrm>
      </p:grpSpPr>
      <p:sp>
        <p:nvSpPr>
          <p:cNvPr id="1663" name="Google Shape;1663;p150"/>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64" name="Google Shape;1664;p150"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151"/>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70" name="Google Shape;1670;p151"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671" name="Google Shape;1671;p151"/>
          <p:cNvSpPr/>
          <p:nvPr/>
        </p:nvSpPr>
        <p:spPr>
          <a:xfrm>
            <a:off x="4905850" y="1209978"/>
            <a:ext cx="2016600" cy="4278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5" name="Shape 1675"/>
        <p:cNvGrpSpPr/>
        <p:nvPr/>
      </p:nvGrpSpPr>
      <p:grpSpPr>
        <a:xfrm>
          <a:off x="0" y="0"/>
          <a:ext cx="0" cy="0"/>
          <a:chOff x="0" y="0"/>
          <a:chExt cx="0" cy="0"/>
        </a:xfrm>
      </p:grpSpPr>
      <p:sp>
        <p:nvSpPr>
          <p:cNvPr id="1676" name="Google Shape;1676;p152"/>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77" name="Google Shape;1677;p152"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678" name="Google Shape;1678;p152"/>
          <p:cNvSpPr/>
          <p:nvPr/>
        </p:nvSpPr>
        <p:spPr>
          <a:xfrm>
            <a:off x="4946225" y="1675378"/>
            <a:ext cx="2016600" cy="4278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153"/>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84" name="Google Shape;1684;p153"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685" name="Google Shape;1685;p153"/>
          <p:cNvSpPr/>
          <p:nvPr/>
        </p:nvSpPr>
        <p:spPr>
          <a:xfrm>
            <a:off x="3232400" y="2098345"/>
            <a:ext cx="2016600" cy="8358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154"/>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91" name="Google Shape;1691;p154"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692" name="Google Shape;1692;p154"/>
          <p:cNvSpPr/>
          <p:nvPr/>
        </p:nvSpPr>
        <p:spPr>
          <a:xfrm>
            <a:off x="3011040" y="614160"/>
            <a:ext cx="5774700" cy="39153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6" name="Shape 1696"/>
        <p:cNvGrpSpPr/>
        <p:nvPr/>
      </p:nvGrpSpPr>
      <p:grpSpPr>
        <a:xfrm>
          <a:off x="0" y="0"/>
          <a:ext cx="0" cy="0"/>
          <a:chOff x="0" y="0"/>
          <a:chExt cx="0" cy="0"/>
        </a:xfrm>
      </p:grpSpPr>
      <p:sp>
        <p:nvSpPr>
          <p:cNvPr id="1697" name="Google Shape;1697;p155"/>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698" name="Google Shape;1698;p155"/>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99" name="Google Shape;1699;p155"/>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700" name="Google Shape;1700;p155"/>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701" name="Google Shape;1701;p155"/>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02" name="Google Shape;1702;p155"/>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703" name="Google Shape;1703;p155"/>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04" name="Google Shape;1704;p155"/>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705" name="Google Shape;1705;p155"/>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06" name="Google Shape;1706;p155"/>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707" name="Google Shape;1707;p155"/>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08" name="Google Shape;1708;p155"/>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709" name="Google Shape;1709;p155"/>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10" name="Google Shape;1710;p155"/>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711" name="Google Shape;1711;p155"/>
          <p:cNvSpPr/>
          <p:nvPr/>
        </p:nvSpPr>
        <p:spPr>
          <a:xfrm>
            <a:off x="2909450" y="2905675"/>
            <a:ext cx="11820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12" name="Google Shape;1712;p155"/>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13" name="Google Shape;1713;p155"/>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714" name="Google Shape;1714;p155"/>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1715" name="Google Shape;1715;p155"/>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716" name="Google Shape;1716;p155"/>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717" name="Google Shape;1717;p155"/>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718" name="Google Shape;1718;p155"/>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1719" name="Google Shape;1719;p155"/>
          <p:cNvSpPr/>
          <p:nvPr/>
        </p:nvSpPr>
        <p:spPr>
          <a:xfrm>
            <a:off x="1728350" y="2905675"/>
            <a:ext cx="10512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20" name="Google Shape;1720;p155"/>
          <p:cNvSpPr/>
          <p:nvPr/>
        </p:nvSpPr>
        <p:spPr>
          <a:xfrm>
            <a:off x="4127025" y="2877625"/>
            <a:ext cx="1104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21" name="Google Shape;1721;p155"/>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1722" name="Google Shape;1722;p155"/>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23" name="Google Shape;1723;p155"/>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1724" name="Google Shape;1724;p155"/>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1725" name="Google Shape;1725;p155"/>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26" name="Google Shape;1726;p155"/>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1727" name="Google Shape;1727;p155"/>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28" name="Google Shape;1728;p155"/>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1729" name="Google Shape;1729;p155"/>
          <p:cNvSpPr/>
          <p:nvPr/>
        </p:nvSpPr>
        <p:spPr>
          <a:xfrm>
            <a:off x="200100" y="1320700"/>
            <a:ext cx="7917600" cy="158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30" name="Google Shape;1730;p155"/>
          <p:cNvSpPr/>
          <p:nvPr/>
        </p:nvSpPr>
        <p:spPr>
          <a:xfrm>
            <a:off x="367975" y="2877625"/>
            <a:ext cx="1338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31" name="Google Shape;1731;p155"/>
          <p:cNvSpPr txBox="1"/>
          <p:nvPr>
            <p:ph type="title"/>
          </p:nvPr>
        </p:nvSpPr>
        <p:spPr>
          <a:xfrm>
            <a:off x="2898844"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732" name="Google Shape;1732;p155"/>
          <p:cNvSpPr txBox="1"/>
          <p:nvPr>
            <p:ph type="title"/>
          </p:nvPr>
        </p:nvSpPr>
        <p:spPr>
          <a:xfrm>
            <a:off x="1728339" y="2877625"/>
            <a:ext cx="1051200" cy="344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156"/>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738" name="Google Shape;1738;p156"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739" name="Google Shape;1739;p156"/>
          <p:cNvSpPr/>
          <p:nvPr/>
        </p:nvSpPr>
        <p:spPr>
          <a:xfrm>
            <a:off x="3165789" y="1859070"/>
            <a:ext cx="2016600" cy="12915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740" name="Google Shape;1740;p156"/>
          <p:cNvSpPr txBox="1"/>
          <p:nvPr/>
        </p:nvSpPr>
        <p:spPr>
          <a:xfrm>
            <a:off x="3305289" y="1391190"/>
            <a:ext cx="1737600" cy="46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7A61A7"/>
                </a:solidFill>
                <a:latin typeface="Inter Tight"/>
                <a:ea typeface="Inter Tight"/>
                <a:cs typeface="Inter Tight"/>
                <a:sym typeface="Inter Tight"/>
              </a:rPr>
              <a:t>Offloading</a:t>
            </a:r>
            <a:endParaRPr b="1" sz="1500">
              <a:solidFill>
                <a:srgbClr val="7A61A7"/>
              </a:solidFill>
              <a:latin typeface="Inter Tight"/>
              <a:ea typeface="Inter Tight"/>
              <a:cs typeface="Inter Tight"/>
              <a:sym typeface="Inter T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p157"/>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746" name="Google Shape;1746;p157"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747" name="Google Shape;1747;p157"/>
          <p:cNvSpPr/>
          <p:nvPr/>
        </p:nvSpPr>
        <p:spPr>
          <a:xfrm>
            <a:off x="6645050" y="1866780"/>
            <a:ext cx="2016600" cy="12915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748" name="Google Shape;1748;p157"/>
          <p:cNvSpPr txBox="1"/>
          <p:nvPr/>
        </p:nvSpPr>
        <p:spPr>
          <a:xfrm>
            <a:off x="6784550" y="1398900"/>
            <a:ext cx="1737600" cy="46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7A61A7"/>
                </a:solidFill>
                <a:latin typeface="Inter Tight"/>
                <a:ea typeface="Inter Tight"/>
                <a:cs typeface="Inter Tight"/>
                <a:sym typeface="Inter Tight"/>
              </a:rPr>
              <a:t>Summarization</a:t>
            </a:r>
            <a:endParaRPr b="1" sz="1500">
              <a:solidFill>
                <a:srgbClr val="7A61A7"/>
              </a:solidFill>
              <a:latin typeface="Inter Tight"/>
              <a:ea typeface="Inter Tight"/>
              <a:cs typeface="Inter Tight"/>
              <a:sym typeface="Inter T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158"/>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Context management</a:t>
            </a:r>
            <a:endParaRPr>
              <a:solidFill>
                <a:srgbClr val="80C7FF"/>
              </a:solidFill>
            </a:endParaRPr>
          </a:p>
        </p:txBody>
      </p:sp>
      <p:pic>
        <p:nvPicPr>
          <p:cNvPr id="1754" name="Google Shape;1754;p158" title="40195"/>
          <p:cNvPicPr preferRelativeResize="0"/>
          <p:nvPr/>
        </p:nvPicPr>
        <p:blipFill rotWithShape="1">
          <a:blip r:embed="rId3">
            <a:alphaModFix/>
          </a:blip>
          <a:srcRect b="0" l="24970" r="0" t="0"/>
          <a:stretch/>
        </p:blipFill>
        <p:spPr>
          <a:xfrm>
            <a:off x="2401527" y="990450"/>
            <a:ext cx="6505825" cy="3979725"/>
          </a:xfrm>
          <a:prstGeom prst="rect">
            <a:avLst/>
          </a:prstGeom>
          <a:noFill/>
          <a:ln>
            <a:noFill/>
          </a:ln>
        </p:spPr>
      </p:pic>
      <p:pic>
        <p:nvPicPr>
          <p:cNvPr id="1755" name="Google Shape;1755;p158" title="40195"/>
          <p:cNvPicPr preferRelativeResize="0"/>
          <p:nvPr/>
        </p:nvPicPr>
        <p:blipFill rotWithShape="1">
          <a:blip r:embed="rId3">
            <a:alphaModFix/>
          </a:blip>
          <a:srcRect b="75492" l="0" r="81765" t="12559"/>
          <a:stretch/>
        </p:blipFill>
        <p:spPr>
          <a:xfrm>
            <a:off x="439450" y="2060013"/>
            <a:ext cx="1581148" cy="475525"/>
          </a:xfrm>
          <a:prstGeom prst="rect">
            <a:avLst/>
          </a:prstGeom>
          <a:noFill/>
          <a:ln>
            <a:noFill/>
          </a:ln>
        </p:spPr>
      </p:pic>
      <p:pic>
        <p:nvPicPr>
          <p:cNvPr id="1756" name="Google Shape;1756;p158" title="40195"/>
          <p:cNvPicPr preferRelativeResize="0"/>
          <p:nvPr/>
        </p:nvPicPr>
        <p:blipFill rotWithShape="1">
          <a:blip r:embed="rId3">
            <a:alphaModFix/>
          </a:blip>
          <a:srcRect b="90251" l="0" r="81765" t="0"/>
          <a:stretch/>
        </p:blipFill>
        <p:spPr>
          <a:xfrm>
            <a:off x="439450" y="2695488"/>
            <a:ext cx="1581148" cy="387976"/>
          </a:xfrm>
          <a:prstGeom prst="rect">
            <a:avLst/>
          </a:prstGeom>
          <a:noFill/>
          <a:ln>
            <a:noFill/>
          </a:ln>
        </p:spPr>
      </p:pic>
      <p:sp>
        <p:nvSpPr>
          <p:cNvPr id="1757" name="Google Shape;1757;p158"/>
          <p:cNvSpPr/>
          <p:nvPr/>
        </p:nvSpPr>
        <p:spPr>
          <a:xfrm>
            <a:off x="414625" y="2117906"/>
            <a:ext cx="1546500" cy="3474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58" name="Google Shape;1758;p158"/>
          <p:cNvSpPr/>
          <p:nvPr/>
        </p:nvSpPr>
        <p:spPr>
          <a:xfrm>
            <a:off x="414625" y="2693388"/>
            <a:ext cx="1277400" cy="347400"/>
          </a:xfrm>
          <a:prstGeom prst="roundRect">
            <a:avLst>
              <a:gd fmla="val 16667" name="adj"/>
            </a:avLst>
          </a:prstGeom>
          <a:noFill/>
          <a:ln cap="flat" cmpd="sng" w="38100">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2" name="Shape 1762"/>
        <p:cNvGrpSpPr/>
        <p:nvPr/>
      </p:nvGrpSpPr>
      <p:grpSpPr>
        <a:xfrm>
          <a:off x="0" y="0"/>
          <a:ext cx="0" cy="0"/>
          <a:chOff x="0" y="0"/>
          <a:chExt cx="0" cy="0"/>
        </a:xfrm>
      </p:grpSpPr>
      <p:sp>
        <p:nvSpPr>
          <p:cNvPr id="1763" name="Google Shape;1763;p159"/>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Context </a:t>
            </a:r>
            <a:r>
              <a:rPr lang="en">
                <a:solidFill>
                  <a:srgbClr val="80C7FF"/>
                </a:solidFill>
              </a:rPr>
              <a:t>m</a:t>
            </a:r>
            <a:r>
              <a:rPr lang="en">
                <a:solidFill>
                  <a:srgbClr val="80C7FF"/>
                </a:solidFill>
              </a:rPr>
              <a:t>anagement</a:t>
            </a:r>
            <a:endParaRPr>
              <a:solidFill>
                <a:srgbClr val="80C7FF"/>
              </a:solidFill>
            </a:endParaRPr>
          </a:p>
        </p:txBody>
      </p:sp>
      <p:grpSp>
        <p:nvGrpSpPr>
          <p:cNvPr id="1764" name="Google Shape;1764;p159"/>
          <p:cNvGrpSpPr/>
          <p:nvPr/>
        </p:nvGrpSpPr>
        <p:grpSpPr>
          <a:xfrm>
            <a:off x="129275" y="916075"/>
            <a:ext cx="9014725" cy="4054100"/>
            <a:chOff x="129275" y="916075"/>
            <a:chExt cx="9014725" cy="4054100"/>
          </a:xfrm>
        </p:grpSpPr>
        <p:pic>
          <p:nvPicPr>
            <p:cNvPr id="1765" name="Google Shape;1765;p159" title="40195"/>
            <p:cNvPicPr preferRelativeResize="0"/>
            <p:nvPr/>
          </p:nvPicPr>
          <p:blipFill rotWithShape="1">
            <a:blip r:embed="rId3">
              <a:alphaModFix/>
            </a:blip>
            <a:srcRect b="0" l="25783" r="0" t="0"/>
            <a:stretch/>
          </p:blipFill>
          <p:spPr>
            <a:xfrm>
              <a:off x="2472450" y="990450"/>
              <a:ext cx="6434898" cy="3979725"/>
            </a:xfrm>
            <a:prstGeom prst="rect">
              <a:avLst/>
            </a:prstGeom>
            <a:noFill/>
            <a:ln>
              <a:noFill/>
            </a:ln>
          </p:spPr>
        </p:pic>
        <p:sp>
          <p:nvSpPr>
            <p:cNvPr id="1766" name="Google Shape;1766;p159"/>
            <p:cNvSpPr/>
            <p:nvPr/>
          </p:nvSpPr>
          <p:spPr>
            <a:xfrm>
              <a:off x="200100" y="2049925"/>
              <a:ext cx="2022600" cy="20331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67" name="Google Shape;1767;p159"/>
            <p:cNvSpPr/>
            <p:nvPr/>
          </p:nvSpPr>
          <p:spPr>
            <a:xfrm>
              <a:off x="200100" y="916075"/>
              <a:ext cx="2022600" cy="4926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68" name="Google Shape;1768;p159"/>
            <p:cNvSpPr/>
            <p:nvPr/>
          </p:nvSpPr>
          <p:spPr>
            <a:xfrm>
              <a:off x="129275" y="4519200"/>
              <a:ext cx="2022600" cy="3918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69" name="Google Shape;1769;p159"/>
            <p:cNvSpPr/>
            <p:nvPr/>
          </p:nvSpPr>
          <p:spPr>
            <a:xfrm>
              <a:off x="7121400" y="1649800"/>
              <a:ext cx="2022600" cy="3918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70" name="Google Shape;1770;p159"/>
            <p:cNvSpPr/>
            <p:nvPr/>
          </p:nvSpPr>
          <p:spPr>
            <a:xfrm>
              <a:off x="7060250" y="2112700"/>
              <a:ext cx="2022600" cy="27984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pic>
        <p:nvPicPr>
          <p:cNvPr id="1771" name="Google Shape;1771;p159" title="40195"/>
          <p:cNvPicPr preferRelativeResize="0"/>
          <p:nvPr/>
        </p:nvPicPr>
        <p:blipFill rotWithShape="1">
          <a:blip r:embed="rId3">
            <a:alphaModFix/>
          </a:blip>
          <a:srcRect b="75492" l="0" r="81765" t="12559"/>
          <a:stretch/>
        </p:blipFill>
        <p:spPr>
          <a:xfrm>
            <a:off x="439450" y="2060013"/>
            <a:ext cx="1581148" cy="475525"/>
          </a:xfrm>
          <a:prstGeom prst="rect">
            <a:avLst/>
          </a:prstGeom>
          <a:noFill/>
          <a:ln>
            <a:noFill/>
          </a:ln>
        </p:spPr>
      </p:pic>
      <p:sp>
        <p:nvSpPr>
          <p:cNvPr id="1772" name="Google Shape;1772;p159"/>
          <p:cNvSpPr/>
          <p:nvPr/>
        </p:nvSpPr>
        <p:spPr>
          <a:xfrm>
            <a:off x="414625" y="2117906"/>
            <a:ext cx="1546500" cy="3474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160"/>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Context management</a:t>
            </a:r>
            <a:endParaRPr>
              <a:solidFill>
                <a:srgbClr val="80C7FF"/>
              </a:solidFill>
            </a:endParaRPr>
          </a:p>
        </p:txBody>
      </p:sp>
      <p:pic>
        <p:nvPicPr>
          <p:cNvPr id="1778" name="Google Shape;1778;p160" title="40195"/>
          <p:cNvPicPr preferRelativeResize="0"/>
          <p:nvPr/>
        </p:nvPicPr>
        <p:blipFill rotWithShape="1">
          <a:blip r:embed="rId3">
            <a:alphaModFix/>
          </a:blip>
          <a:srcRect b="0" l="25082" r="0" t="0"/>
          <a:stretch/>
        </p:blipFill>
        <p:spPr>
          <a:xfrm>
            <a:off x="2411652" y="990450"/>
            <a:ext cx="6495698" cy="3979725"/>
          </a:xfrm>
          <a:prstGeom prst="rect">
            <a:avLst/>
          </a:prstGeom>
          <a:noFill/>
          <a:ln>
            <a:noFill/>
          </a:ln>
        </p:spPr>
      </p:pic>
      <p:grpSp>
        <p:nvGrpSpPr>
          <p:cNvPr id="1779" name="Google Shape;1779;p160"/>
          <p:cNvGrpSpPr/>
          <p:nvPr/>
        </p:nvGrpSpPr>
        <p:grpSpPr>
          <a:xfrm>
            <a:off x="200100" y="1511350"/>
            <a:ext cx="6327375" cy="2934075"/>
            <a:chOff x="200100" y="1511350"/>
            <a:chExt cx="6327375" cy="2934075"/>
          </a:xfrm>
        </p:grpSpPr>
        <p:sp>
          <p:nvSpPr>
            <p:cNvPr id="1780" name="Google Shape;1780;p160"/>
            <p:cNvSpPr/>
            <p:nvPr/>
          </p:nvSpPr>
          <p:spPr>
            <a:xfrm>
              <a:off x="200100" y="2049925"/>
              <a:ext cx="2022600" cy="23955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81" name="Google Shape;1781;p160"/>
            <p:cNvSpPr/>
            <p:nvPr/>
          </p:nvSpPr>
          <p:spPr>
            <a:xfrm>
              <a:off x="200100" y="1511350"/>
              <a:ext cx="2022600" cy="4926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82" name="Google Shape;1782;p160"/>
            <p:cNvSpPr/>
            <p:nvPr/>
          </p:nvSpPr>
          <p:spPr>
            <a:xfrm rot="-1275210">
              <a:off x="3850339" y="3268910"/>
              <a:ext cx="891323" cy="676666"/>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83" name="Google Shape;1783;p160"/>
            <p:cNvSpPr/>
            <p:nvPr/>
          </p:nvSpPr>
          <p:spPr>
            <a:xfrm rot="-2019324">
              <a:off x="4783086" y="2734164"/>
              <a:ext cx="824978" cy="676707"/>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84" name="Google Shape;1784;p160"/>
            <p:cNvSpPr/>
            <p:nvPr/>
          </p:nvSpPr>
          <p:spPr>
            <a:xfrm rot="-2019324">
              <a:off x="5583986" y="2281889"/>
              <a:ext cx="824978" cy="676707"/>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pic>
        <p:nvPicPr>
          <p:cNvPr id="1785" name="Google Shape;1785;p160" title="40195"/>
          <p:cNvPicPr preferRelativeResize="0"/>
          <p:nvPr/>
        </p:nvPicPr>
        <p:blipFill rotWithShape="1">
          <a:blip r:embed="rId3">
            <a:alphaModFix/>
          </a:blip>
          <a:srcRect b="90251" l="0" r="81765" t="0"/>
          <a:stretch/>
        </p:blipFill>
        <p:spPr>
          <a:xfrm>
            <a:off x="439450" y="2695488"/>
            <a:ext cx="1581148" cy="387976"/>
          </a:xfrm>
          <a:prstGeom prst="rect">
            <a:avLst/>
          </a:prstGeom>
          <a:noFill/>
          <a:ln>
            <a:noFill/>
          </a:ln>
        </p:spPr>
      </p:pic>
      <p:sp>
        <p:nvSpPr>
          <p:cNvPr id="1786" name="Google Shape;1786;p160"/>
          <p:cNvSpPr/>
          <p:nvPr/>
        </p:nvSpPr>
        <p:spPr>
          <a:xfrm>
            <a:off x="414625" y="2693388"/>
            <a:ext cx="1277400" cy="347400"/>
          </a:xfrm>
          <a:prstGeom prst="roundRect">
            <a:avLst>
              <a:gd fmla="val 16667" name="adj"/>
            </a:avLst>
          </a:prstGeom>
          <a:noFill/>
          <a:ln cap="flat" cmpd="sng" w="38100">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0" name="Shape 1790"/>
        <p:cNvGrpSpPr/>
        <p:nvPr/>
      </p:nvGrpSpPr>
      <p:grpSpPr>
        <a:xfrm>
          <a:off x="0" y="0"/>
          <a:ext cx="0" cy="0"/>
          <a:chOff x="0" y="0"/>
          <a:chExt cx="0" cy="0"/>
        </a:xfrm>
      </p:grpSpPr>
      <p:sp>
        <p:nvSpPr>
          <p:cNvPr id="1791" name="Google Shape;1791;p161"/>
          <p:cNvSpPr/>
          <p:nvPr/>
        </p:nvSpPr>
        <p:spPr>
          <a:xfrm>
            <a:off x="424800" y="937028"/>
            <a:ext cx="1947600" cy="9783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Tool Result</a:t>
            </a:r>
            <a:r>
              <a:rPr lang="en">
                <a:latin typeface="Inter Tight"/>
                <a:ea typeface="Inter Tight"/>
                <a:cs typeface="Inter Tight"/>
                <a:sym typeface="Inter Tight"/>
              </a:rPr>
              <a:t> </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(large)</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92" name="Google Shape;1792;p161"/>
          <p:cNvSpPr/>
          <p:nvPr/>
        </p:nvSpPr>
        <p:spPr>
          <a:xfrm>
            <a:off x="616950" y="1564277"/>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20k tokens</a:t>
            </a:r>
            <a:endParaRPr sz="1300">
              <a:solidFill>
                <a:srgbClr val="161F34"/>
              </a:solidFill>
              <a:latin typeface="Inter Tight"/>
              <a:ea typeface="Inter Tight"/>
              <a:cs typeface="Inter Tight"/>
              <a:sym typeface="Inter Tight"/>
            </a:endParaRPr>
          </a:p>
        </p:txBody>
      </p:sp>
      <p:sp>
        <p:nvSpPr>
          <p:cNvPr id="1793" name="Google Shape;1793;p161"/>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162"/>
          <p:cNvSpPr/>
          <p:nvPr/>
        </p:nvSpPr>
        <p:spPr>
          <a:xfrm>
            <a:off x="2990875" y="1354481"/>
            <a:ext cx="2480100" cy="814500"/>
          </a:xfrm>
          <a:prstGeom prst="roundRect">
            <a:avLst>
              <a:gd fmla="val 10158" name="adj"/>
            </a:avLst>
          </a:prstGeom>
          <a:solidFill>
            <a:srgbClr val="CDE8FF"/>
          </a:solidFill>
          <a:ln cap="flat" cmpd="sng" w="19050">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Inter Tight"/>
                <a:ea typeface="Inter Tight"/>
                <a:cs typeface="Inter Tight"/>
                <a:sym typeface="Inter Tight"/>
              </a:rPr>
              <a:t>Filesystem Middleware</a:t>
            </a:r>
            <a:endParaRPr b="1">
              <a:solidFill>
                <a:schemeClr val="dk1"/>
              </a:solidFill>
              <a:latin typeface="Inter Tight"/>
              <a:ea typeface="Inter Tight"/>
              <a:cs typeface="Inter Tight"/>
              <a:sym typeface="Inter Tight"/>
            </a:endParaRPr>
          </a:p>
        </p:txBody>
      </p:sp>
      <p:sp>
        <p:nvSpPr>
          <p:cNvPr id="1799" name="Google Shape;1799;p162"/>
          <p:cNvSpPr/>
          <p:nvPr/>
        </p:nvSpPr>
        <p:spPr>
          <a:xfrm>
            <a:off x="424800" y="937028"/>
            <a:ext cx="1947600" cy="9783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Tool Result</a:t>
            </a:r>
            <a:r>
              <a:rPr lang="en">
                <a:latin typeface="Inter Tight"/>
                <a:ea typeface="Inter Tight"/>
                <a:cs typeface="Inter Tight"/>
                <a:sym typeface="Inter Tight"/>
              </a:rPr>
              <a:t> </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(large)</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00" name="Google Shape;1800;p162"/>
          <p:cNvCxnSpPr>
            <a:stCxn id="1799" idx="3"/>
          </p:cNvCxnSpPr>
          <p:nvPr/>
        </p:nvCxnSpPr>
        <p:spPr>
          <a:xfrm>
            <a:off x="2372400" y="1426178"/>
            <a:ext cx="622200" cy="142200"/>
          </a:xfrm>
          <a:prstGeom prst="straightConnector1">
            <a:avLst/>
          </a:prstGeom>
          <a:noFill/>
          <a:ln cap="flat" cmpd="sng" w="28575">
            <a:solidFill>
              <a:srgbClr val="5F93C0"/>
            </a:solidFill>
            <a:prstDash val="solid"/>
            <a:round/>
            <a:headEnd len="med" w="med" type="none"/>
            <a:tailEnd len="med" w="med" type="triangle"/>
          </a:ln>
        </p:spPr>
      </p:cxnSp>
      <p:sp>
        <p:nvSpPr>
          <p:cNvPr id="1801" name="Google Shape;1801;p162"/>
          <p:cNvSpPr/>
          <p:nvPr/>
        </p:nvSpPr>
        <p:spPr>
          <a:xfrm>
            <a:off x="616950" y="1564277"/>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20k tokens</a:t>
            </a:r>
            <a:endParaRPr sz="1300">
              <a:solidFill>
                <a:srgbClr val="161F34"/>
              </a:solidFill>
              <a:latin typeface="Inter Tight"/>
              <a:ea typeface="Inter Tight"/>
              <a:cs typeface="Inter Tight"/>
              <a:sym typeface="Inter Tight"/>
            </a:endParaRPr>
          </a:p>
        </p:txBody>
      </p:sp>
      <p:sp>
        <p:nvSpPr>
          <p:cNvPr id="1802" name="Google Shape;1802;p162"/>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163"/>
          <p:cNvSpPr/>
          <p:nvPr/>
        </p:nvSpPr>
        <p:spPr>
          <a:xfrm>
            <a:off x="2990875" y="1354481"/>
            <a:ext cx="2480100" cy="814500"/>
          </a:xfrm>
          <a:prstGeom prst="roundRect">
            <a:avLst>
              <a:gd fmla="val 10158" name="adj"/>
            </a:avLst>
          </a:prstGeom>
          <a:solidFill>
            <a:srgbClr val="CDE8FF"/>
          </a:solidFill>
          <a:ln cap="flat" cmpd="sng" w="19050">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Inter Tight"/>
                <a:ea typeface="Inter Tight"/>
                <a:cs typeface="Inter Tight"/>
                <a:sym typeface="Inter Tight"/>
              </a:rPr>
              <a:t>Filesystem Middleware</a:t>
            </a:r>
            <a:endParaRPr b="1">
              <a:solidFill>
                <a:schemeClr val="dk1"/>
              </a:solidFill>
              <a:latin typeface="Inter Tight"/>
              <a:ea typeface="Inter Tight"/>
              <a:cs typeface="Inter Tight"/>
              <a:sym typeface="Inter Tight"/>
            </a:endParaRPr>
          </a:p>
        </p:txBody>
      </p:sp>
      <p:sp>
        <p:nvSpPr>
          <p:cNvPr id="1808" name="Google Shape;1808;p163"/>
          <p:cNvSpPr/>
          <p:nvPr/>
        </p:nvSpPr>
        <p:spPr>
          <a:xfrm>
            <a:off x="3278563" y="2522925"/>
            <a:ext cx="1904700" cy="2211300"/>
          </a:xfrm>
          <a:prstGeom prst="roundRect">
            <a:avLst>
              <a:gd fmla="val 6566"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Filesystem</a:t>
            </a:r>
            <a:endParaRPr b="1">
              <a:solidFill>
                <a:schemeClr val="dk1"/>
              </a:solidFill>
              <a:latin typeface="Inter Tight"/>
              <a:ea typeface="Inter Tight"/>
              <a:cs typeface="Inter Tight"/>
              <a:sym typeface="Inter Tight"/>
            </a:endParaRPr>
          </a:p>
        </p:txBody>
      </p:sp>
      <p:sp>
        <p:nvSpPr>
          <p:cNvPr id="1809" name="Google Shape;1809;p163"/>
          <p:cNvSpPr/>
          <p:nvPr/>
        </p:nvSpPr>
        <p:spPr>
          <a:xfrm>
            <a:off x="3449275" y="2991400"/>
            <a:ext cx="1563300" cy="1562700"/>
          </a:xfrm>
          <a:prstGeom prst="roundRect">
            <a:avLst>
              <a:gd fmla="val 4651" name="adj"/>
            </a:avLst>
          </a:prstGeom>
          <a:solidFill>
            <a:srgbClr val="FFFF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Inter Tight"/>
                <a:ea typeface="Inter Tight"/>
                <a:cs typeface="Inter Tight"/>
                <a:sym typeface="Inter Tight"/>
              </a:rPr>
              <a:t>PATH</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/tool_results/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STATE</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Full · lossless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RETRIEVE</a:t>
            </a:r>
            <a:br>
              <a:rPr lang="en" sz="1000">
                <a:latin typeface="Inter Tight"/>
                <a:ea typeface="Inter Tight"/>
                <a:cs typeface="Inter Tight"/>
                <a:sym typeface="Inter Tight"/>
              </a:rPr>
            </a:br>
            <a:r>
              <a:rPr lang="en" sz="1000">
                <a:latin typeface="Inter Tight"/>
                <a:ea typeface="Inter Tight"/>
                <a:cs typeface="Inter Tight"/>
                <a:sym typeface="Inter Tight"/>
              </a:rPr>
              <a:t>read_file(offset,limit)</a:t>
            </a:r>
            <a:endParaRPr sz="1000">
              <a:latin typeface="Inter Tight"/>
              <a:ea typeface="Inter Tight"/>
              <a:cs typeface="Inter Tight"/>
              <a:sym typeface="Inter Tight"/>
            </a:endParaRPr>
          </a:p>
        </p:txBody>
      </p:sp>
      <p:cxnSp>
        <p:nvCxnSpPr>
          <p:cNvPr id="1810" name="Google Shape;1810;p163"/>
          <p:cNvCxnSpPr>
            <a:stCxn id="1807" idx="2"/>
            <a:endCxn id="1808" idx="0"/>
          </p:cNvCxnSpPr>
          <p:nvPr/>
        </p:nvCxnSpPr>
        <p:spPr>
          <a:xfrm>
            <a:off x="4230925" y="2168981"/>
            <a:ext cx="0" cy="354000"/>
          </a:xfrm>
          <a:prstGeom prst="straightConnector1">
            <a:avLst/>
          </a:prstGeom>
          <a:noFill/>
          <a:ln cap="flat" cmpd="sng" w="28575">
            <a:solidFill>
              <a:srgbClr val="5F93C0"/>
            </a:solidFill>
            <a:prstDash val="solid"/>
            <a:round/>
            <a:headEnd len="med" w="med" type="none"/>
            <a:tailEnd len="med" w="med" type="triangle"/>
          </a:ln>
        </p:spPr>
      </p:cxnSp>
      <p:sp>
        <p:nvSpPr>
          <p:cNvPr id="1811" name="Google Shape;1811;p163"/>
          <p:cNvSpPr/>
          <p:nvPr/>
        </p:nvSpPr>
        <p:spPr>
          <a:xfrm>
            <a:off x="424800" y="937028"/>
            <a:ext cx="1947600" cy="9783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Tool Result</a:t>
            </a:r>
            <a:r>
              <a:rPr lang="en">
                <a:latin typeface="Inter Tight"/>
                <a:ea typeface="Inter Tight"/>
                <a:cs typeface="Inter Tight"/>
                <a:sym typeface="Inter Tight"/>
              </a:rPr>
              <a:t> </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(large)</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12" name="Google Shape;1812;p163"/>
          <p:cNvCxnSpPr>
            <a:stCxn id="1811" idx="3"/>
          </p:cNvCxnSpPr>
          <p:nvPr/>
        </p:nvCxnSpPr>
        <p:spPr>
          <a:xfrm>
            <a:off x="2372400" y="1426178"/>
            <a:ext cx="622200" cy="142200"/>
          </a:xfrm>
          <a:prstGeom prst="straightConnector1">
            <a:avLst/>
          </a:prstGeom>
          <a:noFill/>
          <a:ln cap="flat" cmpd="sng" w="28575">
            <a:solidFill>
              <a:srgbClr val="5F93C0"/>
            </a:solidFill>
            <a:prstDash val="solid"/>
            <a:round/>
            <a:headEnd len="med" w="med" type="none"/>
            <a:tailEnd len="med" w="med" type="triangle"/>
          </a:ln>
        </p:spPr>
      </p:cxnSp>
      <p:sp>
        <p:nvSpPr>
          <p:cNvPr id="1813" name="Google Shape;1813;p163"/>
          <p:cNvSpPr/>
          <p:nvPr/>
        </p:nvSpPr>
        <p:spPr>
          <a:xfrm>
            <a:off x="616950" y="1564277"/>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20k tokens</a:t>
            </a:r>
            <a:endParaRPr sz="1300">
              <a:solidFill>
                <a:srgbClr val="161F34"/>
              </a:solidFill>
              <a:latin typeface="Inter Tight"/>
              <a:ea typeface="Inter Tight"/>
              <a:cs typeface="Inter Tight"/>
              <a:sym typeface="Inter Tight"/>
            </a:endParaRPr>
          </a:p>
        </p:txBody>
      </p:sp>
      <p:sp>
        <p:nvSpPr>
          <p:cNvPr id="1814" name="Google Shape;1814;p163"/>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
        <p:nvSpPr>
          <p:cNvPr id="1819" name="Google Shape;1819;p164"/>
          <p:cNvSpPr/>
          <p:nvPr/>
        </p:nvSpPr>
        <p:spPr>
          <a:xfrm>
            <a:off x="2990875" y="1354481"/>
            <a:ext cx="2480100" cy="814500"/>
          </a:xfrm>
          <a:prstGeom prst="roundRect">
            <a:avLst>
              <a:gd fmla="val 10158" name="adj"/>
            </a:avLst>
          </a:prstGeom>
          <a:solidFill>
            <a:srgbClr val="CDE8FF"/>
          </a:solidFill>
          <a:ln cap="flat" cmpd="sng" w="19050">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Inter Tight"/>
                <a:ea typeface="Inter Tight"/>
                <a:cs typeface="Inter Tight"/>
                <a:sym typeface="Inter Tight"/>
              </a:rPr>
              <a:t>Filesystem Middleware</a:t>
            </a:r>
            <a:endParaRPr b="1">
              <a:solidFill>
                <a:schemeClr val="dk1"/>
              </a:solidFill>
              <a:latin typeface="Inter Tight"/>
              <a:ea typeface="Inter Tight"/>
              <a:cs typeface="Inter Tight"/>
              <a:sym typeface="Inter Tight"/>
            </a:endParaRPr>
          </a:p>
        </p:txBody>
      </p:sp>
      <p:sp>
        <p:nvSpPr>
          <p:cNvPr id="1820" name="Google Shape;1820;p164"/>
          <p:cNvSpPr/>
          <p:nvPr/>
        </p:nvSpPr>
        <p:spPr>
          <a:xfrm>
            <a:off x="3278563" y="2522925"/>
            <a:ext cx="1904700" cy="2211300"/>
          </a:xfrm>
          <a:prstGeom prst="roundRect">
            <a:avLst>
              <a:gd fmla="val 6566"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Filesystem</a:t>
            </a:r>
            <a:endParaRPr b="1">
              <a:solidFill>
                <a:schemeClr val="dk1"/>
              </a:solidFill>
              <a:latin typeface="Inter Tight"/>
              <a:ea typeface="Inter Tight"/>
              <a:cs typeface="Inter Tight"/>
              <a:sym typeface="Inter Tight"/>
            </a:endParaRPr>
          </a:p>
        </p:txBody>
      </p:sp>
      <p:sp>
        <p:nvSpPr>
          <p:cNvPr id="1821" name="Google Shape;1821;p164"/>
          <p:cNvSpPr/>
          <p:nvPr/>
        </p:nvSpPr>
        <p:spPr>
          <a:xfrm>
            <a:off x="5876900" y="947250"/>
            <a:ext cx="2905200" cy="260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Context Window</a:t>
            </a:r>
            <a:endParaRPr b="1">
              <a:latin typeface="Inter Tight"/>
              <a:ea typeface="Inter Tight"/>
              <a:cs typeface="Inter Tight"/>
              <a:sym typeface="Inter Tight"/>
            </a:endParaRPr>
          </a:p>
        </p:txBody>
      </p:sp>
      <p:sp>
        <p:nvSpPr>
          <p:cNvPr id="1822" name="Google Shape;1822;p164"/>
          <p:cNvSpPr/>
          <p:nvPr/>
        </p:nvSpPr>
        <p:spPr>
          <a:xfrm>
            <a:off x="6089450" y="1563200"/>
            <a:ext cx="2480100" cy="1752600"/>
          </a:xfrm>
          <a:prstGeom prst="roundRect">
            <a:avLst>
              <a:gd fmla="val 12594" name="adj"/>
            </a:avLst>
          </a:prstGeom>
          <a:solidFill>
            <a:srgbClr val="E7F4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Preview</a:t>
            </a:r>
            <a:endParaRPr b="1">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Row 1 | Alice…</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 /path/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23" name="Google Shape;1823;p164"/>
          <p:cNvCxnSpPr>
            <a:stCxn id="1819" idx="3"/>
            <a:endCxn id="1822" idx="1"/>
          </p:cNvCxnSpPr>
          <p:nvPr/>
        </p:nvCxnSpPr>
        <p:spPr>
          <a:xfrm>
            <a:off x="5470975" y="1761731"/>
            <a:ext cx="618600" cy="677700"/>
          </a:xfrm>
          <a:prstGeom prst="straightConnector1">
            <a:avLst/>
          </a:prstGeom>
          <a:noFill/>
          <a:ln cap="flat" cmpd="sng" w="28575">
            <a:solidFill>
              <a:srgbClr val="5F93C0"/>
            </a:solidFill>
            <a:prstDash val="solid"/>
            <a:round/>
            <a:headEnd len="med" w="med" type="none"/>
            <a:tailEnd len="med" w="med" type="triangle"/>
          </a:ln>
        </p:spPr>
      </p:cxnSp>
      <p:sp>
        <p:nvSpPr>
          <p:cNvPr id="1824" name="Google Shape;1824;p164"/>
          <p:cNvSpPr/>
          <p:nvPr/>
        </p:nvSpPr>
        <p:spPr>
          <a:xfrm>
            <a:off x="3449275" y="2991400"/>
            <a:ext cx="1563300" cy="1562700"/>
          </a:xfrm>
          <a:prstGeom prst="roundRect">
            <a:avLst>
              <a:gd fmla="val 4651" name="adj"/>
            </a:avLst>
          </a:prstGeom>
          <a:solidFill>
            <a:srgbClr val="FFFF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Inter Tight"/>
                <a:ea typeface="Inter Tight"/>
                <a:cs typeface="Inter Tight"/>
                <a:sym typeface="Inter Tight"/>
              </a:rPr>
              <a:t>PATH</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/tool_results/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STATE</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Full · lossless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RETRIEVE</a:t>
            </a:r>
            <a:br>
              <a:rPr lang="en" sz="1000">
                <a:latin typeface="Inter Tight"/>
                <a:ea typeface="Inter Tight"/>
                <a:cs typeface="Inter Tight"/>
                <a:sym typeface="Inter Tight"/>
              </a:rPr>
            </a:br>
            <a:r>
              <a:rPr lang="en" sz="1000">
                <a:latin typeface="Inter Tight"/>
                <a:ea typeface="Inter Tight"/>
                <a:cs typeface="Inter Tight"/>
                <a:sym typeface="Inter Tight"/>
              </a:rPr>
              <a:t>read_file(offset,limit)</a:t>
            </a:r>
            <a:endParaRPr sz="1000">
              <a:latin typeface="Inter Tight"/>
              <a:ea typeface="Inter Tight"/>
              <a:cs typeface="Inter Tight"/>
              <a:sym typeface="Inter Tight"/>
            </a:endParaRPr>
          </a:p>
        </p:txBody>
      </p:sp>
      <p:cxnSp>
        <p:nvCxnSpPr>
          <p:cNvPr id="1825" name="Google Shape;1825;p164"/>
          <p:cNvCxnSpPr>
            <a:stCxn id="1819" idx="2"/>
            <a:endCxn id="1820" idx="0"/>
          </p:cNvCxnSpPr>
          <p:nvPr/>
        </p:nvCxnSpPr>
        <p:spPr>
          <a:xfrm>
            <a:off x="4230925" y="2168981"/>
            <a:ext cx="0" cy="354000"/>
          </a:xfrm>
          <a:prstGeom prst="straightConnector1">
            <a:avLst/>
          </a:prstGeom>
          <a:noFill/>
          <a:ln cap="flat" cmpd="sng" w="28575">
            <a:solidFill>
              <a:srgbClr val="5F93C0"/>
            </a:solidFill>
            <a:prstDash val="solid"/>
            <a:round/>
            <a:headEnd len="med" w="med" type="none"/>
            <a:tailEnd len="med" w="med" type="triangle"/>
          </a:ln>
        </p:spPr>
      </p:cxnSp>
      <p:sp>
        <p:nvSpPr>
          <p:cNvPr id="1826" name="Google Shape;1826;p164"/>
          <p:cNvSpPr/>
          <p:nvPr/>
        </p:nvSpPr>
        <p:spPr>
          <a:xfrm>
            <a:off x="424800" y="937028"/>
            <a:ext cx="1947600" cy="9783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Tool Result</a:t>
            </a:r>
            <a:r>
              <a:rPr lang="en">
                <a:latin typeface="Inter Tight"/>
                <a:ea typeface="Inter Tight"/>
                <a:cs typeface="Inter Tight"/>
                <a:sym typeface="Inter Tight"/>
              </a:rPr>
              <a:t> </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(large)</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27" name="Google Shape;1827;p164"/>
          <p:cNvCxnSpPr>
            <a:stCxn id="1826" idx="3"/>
          </p:cNvCxnSpPr>
          <p:nvPr/>
        </p:nvCxnSpPr>
        <p:spPr>
          <a:xfrm>
            <a:off x="2372400" y="1426178"/>
            <a:ext cx="622200" cy="142200"/>
          </a:xfrm>
          <a:prstGeom prst="straightConnector1">
            <a:avLst/>
          </a:prstGeom>
          <a:noFill/>
          <a:ln cap="flat" cmpd="sng" w="28575">
            <a:solidFill>
              <a:srgbClr val="5F93C0"/>
            </a:solidFill>
            <a:prstDash val="solid"/>
            <a:round/>
            <a:headEnd len="med" w="med" type="none"/>
            <a:tailEnd len="med" w="med" type="triangle"/>
          </a:ln>
        </p:spPr>
      </p:cxnSp>
      <p:sp>
        <p:nvSpPr>
          <p:cNvPr id="1828" name="Google Shape;1828;p164"/>
          <p:cNvSpPr/>
          <p:nvPr/>
        </p:nvSpPr>
        <p:spPr>
          <a:xfrm>
            <a:off x="616950" y="1564277"/>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20k tokens</a:t>
            </a:r>
            <a:endParaRPr sz="1300">
              <a:solidFill>
                <a:srgbClr val="161F34"/>
              </a:solidFill>
              <a:latin typeface="Inter Tight"/>
              <a:ea typeface="Inter Tight"/>
              <a:cs typeface="Inter Tight"/>
              <a:sym typeface="Inter Tight"/>
            </a:endParaRPr>
          </a:p>
        </p:txBody>
      </p:sp>
      <p:sp>
        <p:nvSpPr>
          <p:cNvPr id="1829" name="Google Shape;1829;p164"/>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165"/>
          <p:cNvSpPr/>
          <p:nvPr/>
        </p:nvSpPr>
        <p:spPr>
          <a:xfrm>
            <a:off x="2990875" y="1354481"/>
            <a:ext cx="2480100" cy="814500"/>
          </a:xfrm>
          <a:prstGeom prst="roundRect">
            <a:avLst>
              <a:gd fmla="val 10158" name="adj"/>
            </a:avLst>
          </a:prstGeom>
          <a:solidFill>
            <a:srgbClr val="CDE8FF"/>
          </a:solidFill>
          <a:ln cap="flat" cmpd="sng" w="19050">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Inter Tight"/>
                <a:ea typeface="Inter Tight"/>
                <a:cs typeface="Inter Tight"/>
                <a:sym typeface="Inter Tight"/>
              </a:rPr>
              <a:t>Filesystem Middleware</a:t>
            </a:r>
            <a:endParaRPr b="1">
              <a:solidFill>
                <a:schemeClr val="dk1"/>
              </a:solidFill>
              <a:latin typeface="Inter Tight"/>
              <a:ea typeface="Inter Tight"/>
              <a:cs typeface="Inter Tight"/>
              <a:sym typeface="Inter Tight"/>
            </a:endParaRPr>
          </a:p>
        </p:txBody>
      </p:sp>
      <p:sp>
        <p:nvSpPr>
          <p:cNvPr id="1835" name="Google Shape;1835;p165"/>
          <p:cNvSpPr/>
          <p:nvPr/>
        </p:nvSpPr>
        <p:spPr>
          <a:xfrm>
            <a:off x="424800" y="2062575"/>
            <a:ext cx="1947600" cy="8145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Human Message</a:t>
            </a:r>
            <a:endParaRPr b="1">
              <a:latin typeface="Inter Tight"/>
              <a:ea typeface="Inter Tight"/>
              <a:cs typeface="Inter Tight"/>
              <a:sym typeface="Inter Tight"/>
            </a:endParaRPr>
          </a:p>
          <a:p>
            <a:pPr indent="0" lvl="0" marL="0" rtl="0" algn="ctr">
              <a:spcBef>
                <a:spcPts val="0"/>
              </a:spcBef>
              <a:spcAft>
                <a:spcPts val="0"/>
              </a:spcAft>
              <a:buNone/>
            </a:pPr>
            <a:r>
              <a:t/>
            </a:r>
            <a:endParaRPr b="1">
              <a:latin typeface="Inter Tight"/>
              <a:ea typeface="Inter Tight"/>
              <a:cs typeface="Inter Tight"/>
              <a:sym typeface="Inter Tight"/>
            </a:endParaRPr>
          </a:p>
          <a:p>
            <a:pPr indent="0" lvl="0" marL="0" rtl="0" algn="ctr">
              <a:spcBef>
                <a:spcPts val="0"/>
              </a:spcBef>
              <a:spcAft>
                <a:spcPts val="0"/>
              </a:spcAft>
              <a:buNone/>
            </a:pPr>
            <a:r>
              <a:t/>
            </a:r>
            <a:endParaRPr b="1">
              <a:latin typeface="Inter Tight"/>
              <a:ea typeface="Inter Tight"/>
              <a:cs typeface="Inter Tight"/>
              <a:sym typeface="Inter Tight"/>
            </a:endParaRPr>
          </a:p>
        </p:txBody>
      </p:sp>
      <p:cxnSp>
        <p:nvCxnSpPr>
          <p:cNvPr id="1836" name="Google Shape;1836;p165"/>
          <p:cNvCxnSpPr/>
          <p:nvPr/>
        </p:nvCxnSpPr>
        <p:spPr>
          <a:xfrm flipH="1" rot="10800000">
            <a:off x="2356850" y="2051900"/>
            <a:ext cx="624000" cy="138600"/>
          </a:xfrm>
          <a:prstGeom prst="straightConnector1">
            <a:avLst/>
          </a:prstGeom>
          <a:noFill/>
          <a:ln cap="flat" cmpd="sng" w="28575">
            <a:solidFill>
              <a:srgbClr val="5F93C0"/>
            </a:solidFill>
            <a:prstDash val="solid"/>
            <a:round/>
            <a:headEnd len="med" w="med" type="none"/>
            <a:tailEnd len="med" w="med" type="triangle"/>
          </a:ln>
        </p:spPr>
      </p:cxnSp>
      <p:sp>
        <p:nvSpPr>
          <p:cNvPr id="1837" name="Google Shape;1837;p165"/>
          <p:cNvSpPr/>
          <p:nvPr/>
        </p:nvSpPr>
        <p:spPr>
          <a:xfrm>
            <a:off x="3278563" y="2522925"/>
            <a:ext cx="1904700" cy="2211300"/>
          </a:xfrm>
          <a:prstGeom prst="roundRect">
            <a:avLst>
              <a:gd fmla="val 6566"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Filesystem</a:t>
            </a:r>
            <a:endParaRPr b="1">
              <a:solidFill>
                <a:schemeClr val="dk1"/>
              </a:solidFill>
              <a:latin typeface="Inter Tight"/>
              <a:ea typeface="Inter Tight"/>
              <a:cs typeface="Inter Tight"/>
              <a:sym typeface="Inter Tight"/>
            </a:endParaRPr>
          </a:p>
        </p:txBody>
      </p:sp>
      <p:sp>
        <p:nvSpPr>
          <p:cNvPr id="1838" name="Google Shape;1838;p165"/>
          <p:cNvSpPr/>
          <p:nvPr/>
        </p:nvSpPr>
        <p:spPr>
          <a:xfrm>
            <a:off x="5876900" y="947250"/>
            <a:ext cx="2905200" cy="260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Context Window</a:t>
            </a:r>
            <a:endParaRPr b="1">
              <a:latin typeface="Inter Tight"/>
              <a:ea typeface="Inter Tight"/>
              <a:cs typeface="Inter Tight"/>
              <a:sym typeface="Inter Tight"/>
            </a:endParaRPr>
          </a:p>
        </p:txBody>
      </p:sp>
      <p:sp>
        <p:nvSpPr>
          <p:cNvPr id="1839" name="Google Shape;1839;p165"/>
          <p:cNvSpPr/>
          <p:nvPr/>
        </p:nvSpPr>
        <p:spPr>
          <a:xfrm>
            <a:off x="6089450" y="1563200"/>
            <a:ext cx="2480100" cy="1752600"/>
          </a:xfrm>
          <a:prstGeom prst="roundRect">
            <a:avLst>
              <a:gd fmla="val 12594" name="adj"/>
            </a:avLst>
          </a:prstGeom>
          <a:solidFill>
            <a:srgbClr val="E7F4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Preview</a:t>
            </a:r>
            <a:endParaRPr b="1">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Row 1 | Alice…</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 /path/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40" name="Google Shape;1840;p165"/>
          <p:cNvCxnSpPr>
            <a:stCxn id="1834" idx="3"/>
            <a:endCxn id="1839" idx="1"/>
          </p:cNvCxnSpPr>
          <p:nvPr/>
        </p:nvCxnSpPr>
        <p:spPr>
          <a:xfrm>
            <a:off x="5470975" y="1761731"/>
            <a:ext cx="618600" cy="677700"/>
          </a:xfrm>
          <a:prstGeom prst="straightConnector1">
            <a:avLst/>
          </a:prstGeom>
          <a:noFill/>
          <a:ln cap="flat" cmpd="sng" w="28575">
            <a:solidFill>
              <a:srgbClr val="5F93C0"/>
            </a:solidFill>
            <a:prstDash val="solid"/>
            <a:round/>
            <a:headEnd len="med" w="med" type="none"/>
            <a:tailEnd len="med" w="med" type="triangle"/>
          </a:ln>
        </p:spPr>
      </p:cxnSp>
      <p:sp>
        <p:nvSpPr>
          <p:cNvPr id="1841" name="Google Shape;1841;p165"/>
          <p:cNvSpPr/>
          <p:nvPr/>
        </p:nvSpPr>
        <p:spPr>
          <a:xfrm>
            <a:off x="616950" y="2521374"/>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50k tokens</a:t>
            </a:r>
            <a:endParaRPr sz="1300">
              <a:solidFill>
                <a:srgbClr val="161F34"/>
              </a:solidFill>
              <a:latin typeface="Inter Tight"/>
              <a:ea typeface="Inter Tight"/>
              <a:cs typeface="Inter Tight"/>
              <a:sym typeface="Inter Tight"/>
            </a:endParaRPr>
          </a:p>
        </p:txBody>
      </p:sp>
      <p:sp>
        <p:nvSpPr>
          <p:cNvPr id="1842" name="Google Shape;1842;p165"/>
          <p:cNvSpPr/>
          <p:nvPr/>
        </p:nvSpPr>
        <p:spPr>
          <a:xfrm>
            <a:off x="3449275" y="2991400"/>
            <a:ext cx="1563300" cy="1562700"/>
          </a:xfrm>
          <a:prstGeom prst="roundRect">
            <a:avLst>
              <a:gd fmla="val 4651" name="adj"/>
            </a:avLst>
          </a:prstGeom>
          <a:solidFill>
            <a:srgbClr val="FFFF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Inter Tight"/>
                <a:ea typeface="Inter Tight"/>
                <a:cs typeface="Inter Tight"/>
                <a:sym typeface="Inter Tight"/>
              </a:rPr>
              <a:t>PATH</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/conv_history/</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STATE</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Full · lossless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RETRIEVE</a:t>
            </a:r>
            <a:br>
              <a:rPr lang="en" sz="1000">
                <a:latin typeface="Inter Tight"/>
                <a:ea typeface="Inter Tight"/>
                <a:cs typeface="Inter Tight"/>
                <a:sym typeface="Inter Tight"/>
              </a:rPr>
            </a:br>
            <a:r>
              <a:rPr lang="en" sz="1000">
                <a:latin typeface="Inter Tight"/>
                <a:ea typeface="Inter Tight"/>
                <a:cs typeface="Inter Tight"/>
                <a:sym typeface="Inter Tight"/>
              </a:rPr>
              <a:t>read_file(offset,limit)</a:t>
            </a:r>
            <a:endParaRPr sz="1000">
              <a:latin typeface="Inter Tight"/>
              <a:ea typeface="Inter Tight"/>
              <a:cs typeface="Inter Tight"/>
              <a:sym typeface="Inter Tight"/>
            </a:endParaRPr>
          </a:p>
        </p:txBody>
      </p:sp>
      <p:cxnSp>
        <p:nvCxnSpPr>
          <p:cNvPr id="1843" name="Google Shape;1843;p165"/>
          <p:cNvCxnSpPr>
            <a:stCxn id="1834" idx="2"/>
            <a:endCxn id="1837" idx="0"/>
          </p:cNvCxnSpPr>
          <p:nvPr/>
        </p:nvCxnSpPr>
        <p:spPr>
          <a:xfrm>
            <a:off x="4230925" y="2168981"/>
            <a:ext cx="0" cy="354000"/>
          </a:xfrm>
          <a:prstGeom prst="straightConnector1">
            <a:avLst/>
          </a:prstGeom>
          <a:noFill/>
          <a:ln cap="flat" cmpd="sng" w="28575">
            <a:solidFill>
              <a:srgbClr val="5F93C0"/>
            </a:solidFill>
            <a:prstDash val="solid"/>
            <a:round/>
            <a:headEnd len="med" w="med" type="none"/>
            <a:tailEnd len="med" w="med" type="triangle"/>
          </a:ln>
        </p:spPr>
      </p:cxnSp>
      <p:sp>
        <p:nvSpPr>
          <p:cNvPr id="1844" name="Google Shape;1844;p165"/>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166"/>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850" name="Google Shape;1850;p166"/>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851" name="Google Shape;1851;p166"/>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1852" name="Google Shape;1852;p166"/>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1853" name="Google Shape;1853;p166"/>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854" name="Google Shape;1854;p166"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855" name="Google Shape;1855;p166"/>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sp>
        <p:nvSpPr>
          <p:cNvPr id="1860" name="Google Shape;1860;p167"/>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861" name="Google Shape;1861;p167"/>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862" name="Google Shape;1862;p167"/>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863" name="Google Shape;1863;p167"/>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0%</a:t>
            </a:r>
            <a:endParaRPr b="1" sz="1700">
              <a:solidFill>
                <a:schemeClr val="lt1"/>
              </a:solidFill>
              <a:latin typeface="Inter Tight"/>
              <a:ea typeface="Inter Tight"/>
              <a:cs typeface="Inter Tight"/>
              <a:sym typeface="Inter Tight"/>
            </a:endParaRPr>
          </a:p>
        </p:txBody>
      </p:sp>
      <p:sp>
        <p:nvSpPr>
          <p:cNvPr id="1864" name="Google Shape;1864;p167"/>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65" name="Google Shape;1865;p167"/>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1866" name="Google Shape;1866;p167"/>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867" name="Google Shape;1867;p167"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868" name="Google Shape;1868;p167"/>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sp>
        <p:nvSpPr>
          <p:cNvPr id="1873" name="Google Shape;1873;p168"/>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874" name="Google Shape;1874;p168"/>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875" name="Google Shape;1875;p168"/>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876" name="Google Shape;1876;p168"/>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0%</a:t>
            </a:r>
            <a:endParaRPr b="1" sz="1700">
              <a:solidFill>
                <a:schemeClr val="lt1"/>
              </a:solidFill>
              <a:latin typeface="Inter Tight"/>
              <a:ea typeface="Inter Tight"/>
              <a:cs typeface="Inter Tight"/>
              <a:sym typeface="Inter Tight"/>
            </a:endParaRPr>
          </a:p>
        </p:txBody>
      </p:sp>
      <p:sp>
        <p:nvSpPr>
          <p:cNvPr id="1877" name="Google Shape;1877;p168"/>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78" name="Google Shape;1878;p168"/>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879" name="Google Shape;1879;p168"/>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880" name="Google Shape;1880;p168"/>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881" name="Google Shape;1881;p168"/>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882" name="Google Shape;1882;p168"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883" name="Google Shape;1883;p168"/>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169"/>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889" name="Google Shape;1889;p169"/>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890" name="Google Shape;1890;p169"/>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891" name="Google Shape;1891;p169"/>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1%</a:t>
            </a:r>
            <a:endParaRPr b="1" sz="1700">
              <a:solidFill>
                <a:schemeClr val="lt1"/>
              </a:solidFill>
              <a:latin typeface="Inter Tight"/>
              <a:ea typeface="Inter Tight"/>
              <a:cs typeface="Inter Tight"/>
              <a:sym typeface="Inter Tight"/>
            </a:endParaRPr>
          </a:p>
        </p:txBody>
      </p:sp>
      <p:sp>
        <p:nvSpPr>
          <p:cNvPr id="1892" name="Google Shape;1892;p169"/>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93" name="Google Shape;1893;p169"/>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894" name="Google Shape;1894;p169"/>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895" name="Google Shape;1895;p169"/>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896" name="Google Shape;1896;p169"/>
          <p:cNvSpPr/>
          <p:nvPr/>
        </p:nvSpPr>
        <p:spPr>
          <a:xfrm>
            <a:off x="3554799" y="4663875"/>
            <a:ext cx="459600" cy="1638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97" name="Google Shape;1897;p169"/>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98" name="Google Shape;1898;p169"/>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899" name="Google Shape;1899;p169"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00" name="Google Shape;1900;p169"/>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170"/>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06" name="Google Shape;1906;p170"/>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07" name="Google Shape;1907;p170"/>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08" name="Google Shape;1908;p170"/>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2%</a:t>
            </a:r>
            <a:endParaRPr b="1" sz="1700">
              <a:solidFill>
                <a:schemeClr val="lt1"/>
              </a:solidFill>
              <a:latin typeface="Inter Tight"/>
              <a:ea typeface="Inter Tight"/>
              <a:cs typeface="Inter Tight"/>
              <a:sym typeface="Inter Tight"/>
            </a:endParaRPr>
          </a:p>
        </p:txBody>
      </p:sp>
      <p:sp>
        <p:nvSpPr>
          <p:cNvPr id="1909" name="Google Shape;1909;p170"/>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10" name="Google Shape;1910;p170"/>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11" name="Google Shape;1911;p170"/>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912" name="Google Shape;1912;p170"/>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13" name="Google Shape;1913;p170"/>
          <p:cNvSpPr/>
          <p:nvPr/>
        </p:nvSpPr>
        <p:spPr>
          <a:xfrm>
            <a:off x="3554800" y="4498275"/>
            <a:ext cx="459600" cy="3294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14" name="Google Shape;1914;p170"/>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15" name="Google Shape;1915;p170"/>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16" name="Google Shape;1916;p170"/>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917" name="Google Shape;1917;p170"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18" name="Google Shape;1918;p170"/>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sp>
        <p:nvSpPr>
          <p:cNvPr id="1923" name="Google Shape;1923;p171"/>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24" name="Google Shape;1924;p171"/>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25" name="Google Shape;1925;p171"/>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26" name="Google Shape;1926;p171"/>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3%</a:t>
            </a:r>
            <a:endParaRPr b="1" sz="1700">
              <a:solidFill>
                <a:schemeClr val="lt1"/>
              </a:solidFill>
              <a:latin typeface="Inter Tight"/>
              <a:ea typeface="Inter Tight"/>
              <a:cs typeface="Inter Tight"/>
              <a:sym typeface="Inter Tight"/>
            </a:endParaRPr>
          </a:p>
        </p:txBody>
      </p:sp>
      <p:sp>
        <p:nvSpPr>
          <p:cNvPr id="1927" name="Google Shape;1927;p171"/>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28" name="Google Shape;1928;p171"/>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29" name="Google Shape;1929;p171"/>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930" name="Google Shape;1930;p171"/>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31" name="Google Shape;1931;p171"/>
          <p:cNvSpPr/>
          <p:nvPr/>
        </p:nvSpPr>
        <p:spPr>
          <a:xfrm>
            <a:off x="3554800" y="4334475"/>
            <a:ext cx="459600" cy="4932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32" name="Google Shape;1932;p171"/>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33" name="Google Shape;1933;p171"/>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34" name="Google Shape;1934;p171"/>
          <p:cNvSpPr/>
          <p:nvPr/>
        </p:nvSpPr>
        <p:spPr>
          <a:xfrm>
            <a:off x="2336555" y="2476040"/>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35" name="Google Shape;1935;p171"/>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936" name="Google Shape;1936;p171"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37" name="Google Shape;1937;p171"/>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1" name="Shape 1941"/>
        <p:cNvGrpSpPr/>
        <p:nvPr/>
      </p:nvGrpSpPr>
      <p:grpSpPr>
        <a:xfrm>
          <a:off x="0" y="0"/>
          <a:ext cx="0" cy="0"/>
          <a:chOff x="0" y="0"/>
          <a:chExt cx="0" cy="0"/>
        </a:xfrm>
      </p:grpSpPr>
      <p:sp>
        <p:nvSpPr>
          <p:cNvPr id="1942" name="Google Shape;1942;p172"/>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43" name="Google Shape;1943;p172"/>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44" name="Google Shape;1944;p172"/>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45" name="Google Shape;1945;p172"/>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4%</a:t>
            </a:r>
            <a:endParaRPr b="1" sz="1700">
              <a:solidFill>
                <a:schemeClr val="lt1"/>
              </a:solidFill>
              <a:latin typeface="Inter Tight"/>
              <a:ea typeface="Inter Tight"/>
              <a:cs typeface="Inter Tight"/>
              <a:sym typeface="Inter Tight"/>
            </a:endParaRPr>
          </a:p>
        </p:txBody>
      </p:sp>
      <p:sp>
        <p:nvSpPr>
          <p:cNvPr id="1946" name="Google Shape;1946;p172"/>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47" name="Google Shape;1947;p172"/>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48" name="Google Shape;1948;p172"/>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949" name="Google Shape;1949;p172"/>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50" name="Google Shape;1950;p172"/>
          <p:cNvSpPr/>
          <p:nvPr/>
        </p:nvSpPr>
        <p:spPr>
          <a:xfrm>
            <a:off x="3554800" y="4170675"/>
            <a:ext cx="459600" cy="6570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1" name="Google Shape;1951;p172"/>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2" name="Google Shape;1952;p172"/>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3" name="Google Shape;1953;p172"/>
          <p:cNvSpPr/>
          <p:nvPr/>
        </p:nvSpPr>
        <p:spPr>
          <a:xfrm>
            <a:off x="2336555" y="2476040"/>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4" name="Google Shape;1954;p172"/>
          <p:cNvSpPr/>
          <p:nvPr/>
        </p:nvSpPr>
        <p:spPr>
          <a:xfrm flipH="1">
            <a:off x="1414350" y="28268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5" name="Google Shape;1955;p172"/>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956" name="Google Shape;1956;p172"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57" name="Google Shape;1957;p172"/>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sp>
        <p:nvSpPr>
          <p:cNvPr id="1962" name="Google Shape;1962;p173"/>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63" name="Google Shape;1963;p173"/>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64" name="Google Shape;1964;p173"/>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65" name="Google Shape;1965;p173"/>
          <p:cNvSpPr txBox="1"/>
          <p:nvPr/>
        </p:nvSpPr>
        <p:spPr>
          <a:xfrm>
            <a:off x="3449594" y="899125"/>
            <a:ext cx="6951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88%</a:t>
            </a:r>
            <a:endParaRPr b="1" sz="1700">
              <a:solidFill>
                <a:schemeClr val="lt1"/>
              </a:solidFill>
              <a:latin typeface="Inter Tight"/>
              <a:ea typeface="Inter Tight"/>
              <a:cs typeface="Inter Tight"/>
              <a:sym typeface="Inter Tight"/>
            </a:endParaRPr>
          </a:p>
        </p:txBody>
      </p:sp>
      <p:sp>
        <p:nvSpPr>
          <p:cNvPr id="1966" name="Google Shape;1966;p173"/>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67" name="Google Shape;1967;p173"/>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68" name="Google Shape;1968;p173"/>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1969" name="Google Shape;1969;p173"/>
          <p:cNvSpPr/>
          <p:nvPr/>
        </p:nvSpPr>
        <p:spPr>
          <a:xfrm>
            <a:off x="3554800" y="1774325"/>
            <a:ext cx="459600" cy="3053400"/>
          </a:xfrm>
          <a:prstGeom prst="rect">
            <a:avLst/>
          </a:prstGeom>
          <a:solidFill>
            <a:srgbClr val="C48CAB"/>
          </a:solidFill>
          <a:ln cap="flat" cmpd="sng" w="9525">
            <a:solidFill>
              <a:srgbClr val="C48CA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970" name="Google Shape;1970;p173"/>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71" name="Google Shape;1971;p173"/>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2" name="Google Shape;1972;p173"/>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3" name="Google Shape;1973;p173"/>
          <p:cNvSpPr/>
          <p:nvPr/>
        </p:nvSpPr>
        <p:spPr>
          <a:xfrm>
            <a:off x="2336555" y="2476040"/>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4" name="Google Shape;1974;p173"/>
          <p:cNvSpPr/>
          <p:nvPr/>
        </p:nvSpPr>
        <p:spPr>
          <a:xfrm>
            <a:off x="2336555" y="31442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5" name="Google Shape;1975;p173"/>
          <p:cNvSpPr/>
          <p:nvPr/>
        </p:nvSpPr>
        <p:spPr>
          <a:xfrm flipH="1">
            <a:off x="1414350" y="35286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6" name="Google Shape;1976;p173"/>
          <p:cNvSpPr/>
          <p:nvPr/>
        </p:nvSpPr>
        <p:spPr>
          <a:xfrm>
            <a:off x="2336555" y="3879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7" name="Google Shape;1977;p173"/>
          <p:cNvSpPr/>
          <p:nvPr/>
        </p:nvSpPr>
        <p:spPr>
          <a:xfrm flipH="1">
            <a:off x="1414350" y="28268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8" name="Google Shape;1978;p173"/>
          <p:cNvSpPr/>
          <p:nvPr/>
        </p:nvSpPr>
        <p:spPr>
          <a:xfrm flipH="1">
            <a:off x="1414350" y="4230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9" name="Google Shape;1979;p173"/>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980" name="Google Shape;1980;p173"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81" name="Google Shape;1981;p173"/>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5" name="Shape 1985"/>
        <p:cNvGrpSpPr/>
        <p:nvPr/>
      </p:nvGrpSpPr>
      <p:grpSpPr>
        <a:xfrm>
          <a:off x="0" y="0"/>
          <a:ext cx="0" cy="0"/>
          <a:chOff x="0" y="0"/>
          <a:chExt cx="0" cy="0"/>
        </a:xfrm>
      </p:grpSpPr>
      <p:sp>
        <p:nvSpPr>
          <p:cNvPr id="1986" name="Google Shape;1986;p174"/>
          <p:cNvSpPr/>
          <p:nvPr/>
        </p:nvSpPr>
        <p:spPr>
          <a:xfrm>
            <a:off x="8332225" y="260326"/>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87" name="Google Shape;1987;p174"/>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88" name="Google Shape;1988;p174"/>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89" name="Google Shape;1989;p174"/>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90" name="Google Shape;1990;p174"/>
          <p:cNvSpPr txBox="1"/>
          <p:nvPr/>
        </p:nvSpPr>
        <p:spPr>
          <a:xfrm>
            <a:off x="3449594" y="899125"/>
            <a:ext cx="6951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88%</a:t>
            </a:r>
            <a:endParaRPr b="1" sz="1700">
              <a:solidFill>
                <a:schemeClr val="lt1"/>
              </a:solidFill>
              <a:latin typeface="Inter Tight"/>
              <a:ea typeface="Inter Tight"/>
              <a:cs typeface="Inter Tight"/>
              <a:sym typeface="Inter Tight"/>
            </a:endParaRPr>
          </a:p>
        </p:txBody>
      </p:sp>
      <p:sp>
        <p:nvSpPr>
          <p:cNvPr id="1991" name="Google Shape;1991;p174"/>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92" name="Google Shape;1992;p174"/>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93" name="Google Shape;1993;p174"/>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1994" name="Google Shape;1994;p174"/>
          <p:cNvSpPr/>
          <p:nvPr/>
        </p:nvSpPr>
        <p:spPr>
          <a:xfrm>
            <a:off x="3554800" y="1774325"/>
            <a:ext cx="459600" cy="3053400"/>
          </a:xfrm>
          <a:prstGeom prst="rect">
            <a:avLst/>
          </a:prstGeom>
          <a:solidFill>
            <a:srgbClr val="C48CAB"/>
          </a:solidFill>
          <a:ln cap="flat" cmpd="sng" w="9525">
            <a:solidFill>
              <a:srgbClr val="C48CA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995" name="Google Shape;1995;p174"/>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96" name="Google Shape;1996;p174"/>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97" name="Google Shape;1997;p174"/>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98" name="Google Shape;1998;p174"/>
          <p:cNvSpPr/>
          <p:nvPr/>
        </p:nvSpPr>
        <p:spPr>
          <a:xfrm>
            <a:off x="2336555" y="2476040"/>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99" name="Google Shape;1999;p174"/>
          <p:cNvSpPr/>
          <p:nvPr/>
        </p:nvSpPr>
        <p:spPr>
          <a:xfrm>
            <a:off x="2336555" y="31442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00" name="Google Shape;2000;p174"/>
          <p:cNvSpPr/>
          <p:nvPr/>
        </p:nvSpPr>
        <p:spPr>
          <a:xfrm flipH="1">
            <a:off x="1414350" y="35286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01" name="Google Shape;2001;p174"/>
          <p:cNvSpPr/>
          <p:nvPr/>
        </p:nvSpPr>
        <p:spPr>
          <a:xfrm>
            <a:off x="2336555" y="3879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02" name="Google Shape;2002;p174"/>
          <p:cNvSpPr/>
          <p:nvPr/>
        </p:nvSpPr>
        <p:spPr>
          <a:xfrm flipH="1">
            <a:off x="1414350" y="28268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03" name="Google Shape;2003;p174"/>
          <p:cNvSpPr/>
          <p:nvPr/>
        </p:nvSpPr>
        <p:spPr>
          <a:xfrm flipH="1">
            <a:off x="1414350" y="4230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004" name="Google Shape;2004;p174"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005" name="Google Shape;2005;p174"/>
          <p:cNvSpPr/>
          <p:nvPr/>
        </p:nvSpPr>
        <p:spPr>
          <a:xfrm>
            <a:off x="0" y="866700"/>
            <a:ext cx="3394500" cy="404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006" name="Google Shape;2006;p174" title="Group 2147239332.png"/>
          <p:cNvPicPr preferRelativeResize="0"/>
          <p:nvPr/>
        </p:nvPicPr>
        <p:blipFill rotWithShape="1">
          <a:blip r:embed="rId4">
            <a:alphaModFix/>
          </a:blip>
          <a:srcRect b="0" l="79225" r="0" t="0"/>
          <a:stretch/>
        </p:blipFill>
        <p:spPr>
          <a:xfrm>
            <a:off x="6745748" y="1225200"/>
            <a:ext cx="1737600" cy="3455100"/>
          </a:xfrm>
          <a:prstGeom prst="rect">
            <a:avLst/>
          </a:prstGeom>
          <a:noFill/>
          <a:ln>
            <a:noFill/>
          </a:ln>
        </p:spPr>
      </p:pic>
      <p:sp>
        <p:nvSpPr>
          <p:cNvPr id="2007" name="Google Shape;2007;p174"/>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sp>
        <p:nvSpPr>
          <p:cNvPr id="2012" name="Google Shape;2012;p175"/>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013" name="Google Shape;2013;p175"/>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014" name="Google Shape;2014;p175"/>
          <p:cNvGrpSpPr/>
          <p:nvPr/>
        </p:nvGrpSpPr>
        <p:grpSpPr>
          <a:xfrm>
            <a:off x="1415192" y="1775157"/>
            <a:ext cx="1844405" cy="1968485"/>
            <a:chOff x="1414350" y="1393315"/>
            <a:chExt cx="1844405" cy="1968485"/>
          </a:xfrm>
        </p:grpSpPr>
        <p:sp>
          <p:nvSpPr>
            <p:cNvPr id="2015" name="Google Shape;2015;p175"/>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16" name="Google Shape;2016;p175"/>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17" name="Google Shape;2017;p175"/>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18" name="Google Shape;2018;p175"/>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19" name="Google Shape;2019;p175"/>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20" name="Google Shape;2020;p175"/>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21" name="Google Shape;2021;p175"/>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022" name="Google Shape;2022;p175"/>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23" name="Google Shape;2023;p175"/>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2024" name="Google Shape;2024;p175"/>
          <p:cNvSpPr/>
          <p:nvPr/>
        </p:nvSpPr>
        <p:spPr>
          <a:xfrm>
            <a:off x="2336555" y="3879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nvGrpSpPr>
          <p:cNvPr id="2025" name="Google Shape;2025;p175"/>
          <p:cNvGrpSpPr/>
          <p:nvPr/>
        </p:nvGrpSpPr>
        <p:grpSpPr>
          <a:xfrm>
            <a:off x="1414350" y="1774315"/>
            <a:ext cx="1844405" cy="1968485"/>
            <a:chOff x="1414350" y="1393315"/>
            <a:chExt cx="1844405" cy="1968485"/>
          </a:xfrm>
        </p:grpSpPr>
        <p:sp>
          <p:nvSpPr>
            <p:cNvPr id="2026" name="Google Shape;2026;p175"/>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27" name="Google Shape;2027;p175"/>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28" name="Google Shape;2028;p175"/>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29" name="Google Shape;2029;p175"/>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30" name="Google Shape;2030;p175"/>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31" name="Google Shape;2031;p175"/>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32" name="Google Shape;2032;p175"/>
          <p:cNvSpPr/>
          <p:nvPr/>
        </p:nvSpPr>
        <p:spPr>
          <a:xfrm flipH="1">
            <a:off x="1414350" y="4230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33" name="Google Shape;2033;p175"/>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034" name="Google Shape;2034;p175"/>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035" name="Google Shape;2035;p175"/>
          <p:cNvSpPr/>
          <p:nvPr/>
        </p:nvSpPr>
        <p:spPr>
          <a:xfrm>
            <a:off x="5575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036" name="Google Shape;2036;p175"/>
          <p:cNvSpPr txBox="1"/>
          <p:nvPr/>
        </p:nvSpPr>
        <p:spPr>
          <a:xfrm>
            <a:off x="5575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37" name="Google Shape;2037;p175"/>
          <p:cNvCxnSpPr/>
          <p:nvPr/>
        </p:nvCxnSpPr>
        <p:spPr>
          <a:xfrm>
            <a:off x="5569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2038" name="Google Shape;2038;p175"/>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039" name="Google Shape;2039;p175"/>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040" name="Google Shape;2040;p175"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041" name="Google Shape;2041;p175"/>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025"/>
                                        </p:tgtEl>
                                        <p:attrNameLst>
                                          <p:attrName>ppt_x</p:attrName>
                                        </p:attrNameLst>
                                      </p:cBhvr>
                                      <p:tavLst>
                                        <p:tav fmla="" tm="0">
                                          <p:val>
                                            <p:strVal val="#ppt_x"/>
                                          </p:val>
                                        </p:tav>
                                        <p:tav fmla="" tm="100000">
                                          <p:val>
                                            <p:strVal val="#ppt_x+1"/>
                                          </p:val>
                                        </p:tav>
                                      </p:tavLst>
                                    </p:anim>
                                    <p:set>
                                      <p:cBhvr>
                                        <p:cTn dur="1" fill="hold">
                                          <p:stCondLst>
                                            <p:cond delay="1000"/>
                                          </p:stCondLst>
                                        </p:cTn>
                                        <p:tgtEl>
                                          <p:spTgt spid="20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5" name="Shape 2045"/>
        <p:cNvGrpSpPr/>
        <p:nvPr/>
      </p:nvGrpSpPr>
      <p:grpSpPr>
        <a:xfrm>
          <a:off x="0" y="0"/>
          <a:ext cx="0" cy="0"/>
          <a:chOff x="0" y="0"/>
          <a:chExt cx="0" cy="0"/>
        </a:xfrm>
      </p:grpSpPr>
      <p:sp>
        <p:nvSpPr>
          <p:cNvPr id="2046" name="Google Shape;2046;p176"/>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047" name="Google Shape;2047;p176"/>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048" name="Google Shape;2048;p176"/>
          <p:cNvGrpSpPr/>
          <p:nvPr/>
        </p:nvGrpSpPr>
        <p:grpSpPr>
          <a:xfrm>
            <a:off x="1412702" y="3877817"/>
            <a:ext cx="1844405" cy="565035"/>
            <a:chOff x="1414350" y="3498465"/>
            <a:chExt cx="1844405" cy="565035"/>
          </a:xfrm>
        </p:grpSpPr>
        <p:sp>
          <p:nvSpPr>
            <p:cNvPr id="2049" name="Google Shape;2049;p176"/>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50" name="Google Shape;2050;p176"/>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51" name="Google Shape;2051;p176"/>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052" name="Google Shape;2052;p176"/>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53" name="Google Shape;2053;p176"/>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054" name="Google Shape;2054;p176"/>
          <p:cNvGrpSpPr/>
          <p:nvPr/>
        </p:nvGrpSpPr>
        <p:grpSpPr>
          <a:xfrm>
            <a:off x="1414350" y="3879465"/>
            <a:ext cx="1844405" cy="565035"/>
            <a:chOff x="1414350" y="3498465"/>
            <a:chExt cx="1844405" cy="565035"/>
          </a:xfrm>
        </p:grpSpPr>
        <p:sp>
          <p:nvSpPr>
            <p:cNvPr id="2055" name="Google Shape;2055;p176"/>
            <p:cNvSpPr/>
            <p:nvPr/>
          </p:nvSpPr>
          <p:spPr>
            <a:xfrm>
              <a:off x="2336555" y="3498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56" name="Google Shape;2056;p176"/>
            <p:cNvSpPr/>
            <p:nvPr/>
          </p:nvSpPr>
          <p:spPr>
            <a:xfrm flipH="1">
              <a:off x="1414350" y="3849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57" name="Google Shape;2057;p176"/>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058" name="Google Shape;2058;p176"/>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059" name="Google Shape;2059;p176"/>
          <p:cNvSpPr/>
          <p:nvPr/>
        </p:nvSpPr>
        <p:spPr>
          <a:xfrm>
            <a:off x="5575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060" name="Google Shape;2060;p176"/>
          <p:cNvSpPr txBox="1"/>
          <p:nvPr/>
        </p:nvSpPr>
        <p:spPr>
          <a:xfrm>
            <a:off x="5575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61" name="Google Shape;2061;p176"/>
          <p:cNvCxnSpPr/>
          <p:nvPr/>
        </p:nvCxnSpPr>
        <p:spPr>
          <a:xfrm>
            <a:off x="5569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2062" name="Google Shape;2062;p176"/>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063" name="Google Shape;2063;p176"/>
          <p:cNvSpPr/>
          <p:nvPr/>
        </p:nvSpPr>
        <p:spPr>
          <a:xfrm>
            <a:off x="5711300" y="178922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pic>
        <p:nvPicPr>
          <p:cNvPr id="2064" name="Google Shape;2064;p176"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grpSp>
        <p:nvGrpSpPr>
          <p:cNvPr id="2065" name="Google Shape;2065;p176"/>
          <p:cNvGrpSpPr/>
          <p:nvPr/>
        </p:nvGrpSpPr>
        <p:grpSpPr>
          <a:xfrm>
            <a:off x="1414350" y="1774315"/>
            <a:ext cx="1844405" cy="1968485"/>
            <a:chOff x="1414350" y="1393315"/>
            <a:chExt cx="1844405" cy="1968485"/>
          </a:xfrm>
        </p:grpSpPr>
        <p:sp>
          <p:nvSpPr>
            <p:cNvPr id="2066" name="Google Shape;2066;p176"/>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67" name="Google Shape;2067;p176"/>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68" name="Google Shape;2068;p176"/>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69" name="Google Shape;2069;p176"/>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70" name="Google Shape;2070;p176"/>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71" name="Google Shape;2071;p176"/>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72" name="Google Shape;2072;p176"/>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
        <p:nvSpPr>
          <p:cNvPr id="2073" name="Google Shape;2073;p176"/>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7" name="Shape 2077"/>
        <p:cNvGrpSpPr/>
        <p:nvPr/>
      </p:nvGrpSpPr>
      <p:grpSpPr>
        <a:xfrm>
          <a:off x="0" y="0"/>
          <a:ext cx="0" cy="0"/>
          <a:chOff x="0" y="0"/>
          <a:chExt cx="0" cy="0"/>
        </a:xfrm>
      </p:grpSpPr>
      <p:sp>
        <p:nvSpPr>
          <p:cNvPr id="2078" name="Google Shape;2078;p177"/>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079" name="Google Shape;2079;p177"/>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080" name="Google Shape;2080;p177"/>
          <p:cNvGrpSpPr/>
          <p:nvPr/>
        </p:nvGrpSpPr>
        <p:grpSpPr>
          <a:xfrm>
            <a:off x="1412702" y="3877817"/>
            <a:ext cx="1844405" cy="565035"/>
            <a:chOff x="1414350" y="3498465"/>
            <a:chExt cx="1844405" cy="565035"/>
          </a:xfrm>
        </p:grpSpPr>
        <p:sp>
          <p:nvSpPr>
            <p:cNvPr id="2081" name="Google Shape;2081;p177"/>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82" name="Google Shape;2082;p177"/>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83" name="Google Shape;2083;p177"/>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084" name="Google Shape;2084;p177"/>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85" name="Google Shape;2085;p177"/>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086" name="Google Shape;2086;p177"/>
          <p:cNvGrpSpPr/>
          <p:nvPr/>
        </p:nvGrpSpPr>
        <p:grpSpPr>
          <a:xfrm>
            <a:off x="1414350" y="3879465"/>
            <a:ext cx="1844405" cy="565035"/>
            <a:chOff x="1414350" y="3498465"/>
            <a:chExt cx="1844405" cy="565035"/>
          </a:xfrm>
        </p:grpSpPr>
        <p:sp>
          <p:nvSpPr>
            <p:cNvPr id="2087" name="Google Shape;2087;p177"/>
            <p:cNvSpPr/>
            <p:nvPr/>
          </p:nvSpPr>
          <p:spPr>
            <a:xfrm>
              <a:off x="2336555" y="3498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88" name="Google Shape;2088;p177"/>
            <p:cNvSpPr/>
            <p:nvPr/>
          </p:nvSpPr>
          <p:spPr>
            <a:xfrm flipH="1">
              <a:off x="1414350" y="3849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89" name="Google Shape;2089;p177"/>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090" name="Google Shape;2090;p177"/>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091" name="Google Shape;2091;p177"/>
          <p:cNvSpPr/>
          <p:nvPr/>
        </p:nvSpPr>
        <p:spPr>
          <a:xfrm>
            <a:off x="5575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092" name="Google Shape;2092;p177"/>
          <p:cNvSpPr txBox="1"/>
          <p:nvPr/>
        </p:nvSpPr>
        <p:spPr>
          <a:xfrm>
            <a:off x="5575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93" name="Google Shape;2093;p177"/>
          <p:cNvCxnSpPr/>
          <p:nvPr/>
        </p:nvCxnSpPr>
        <p:spPr>
          <a:xfrm>
            <a:off x="5569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2094" name="Google Shape;2094;p177"/>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095" name="Google Shape;2095;p177"/>
          <p:cNvSpPr/>
          <p:nvPr/>
        </p:nvSpPr>
        <p:spPr>
          <a:xfrm>
            <a:off x="5711300" y="178922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096" name="Google Shape;2096;p177"/>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2%</a:t>
            </a:r>
            <a:endParaRPr b="1" sz="1700">
              <a:solidFill>
                <a:schemeClr val="lt1"/>
              </a:solidFill>
              <a:latin typeface="Inter Tight"/>
              <a:ea typeface="Inter Tight"/>
              <a:cs typeface="Inter Tight"/>
              <a:sym typeface="Inter Tight"/>
            </a:endParaRPr>
          </a:p>
        </p:txBody>
      </p:sp>
      <p:sp>
        <p:nvSpPr>
          <p:cNvPr id="2097" name="Google Shape;2097;p177"/>
          <p:cNvSpPr/>
          <p:nvPr/>
        </p:nvSpPr>
        <p:spPr>
          <a:xfrm>
            <a:off x="7810075" y="1330063"/>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98" name="Google Shape;2098;p177"/>
          <p:cNvSpPr/>
          <p:nvPr/>
        </p:nvSpPr>
        <p:spPr>
          <a:xfrm>
            <a:off x="7810850" y="4410432"/>
            <a:ext cx="459600" cy="4176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99" name="Google Shape;2099;p177"/>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100" name="Google Shape;2100;p177"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grpSp>
        <p:nvGrpSpPr>
          <p:cNvPr id="2101" name="Google Shape;2101;p177"/>
          <p:cNvGrpSpPr/>
          <p:nvPr/>
        </p:nvGrpSpPr>
        <p:grpSpPr>
          <a:xfrm>
            <a:off x="1414350" y="1774315"/>
            <a:ext cx="1844405" cy="1968485"/>
            <a:chOff x="1414350" y="1393315"/>
            <a:chExt cx="1844405" cy="1968485"/>
          </a:xfrm>
        </p:grpSpPr>
        <p:sp>
          <p:nvSpPr>
            <p:cNvPr id="2102" name="Google Shape;2102;p177"/>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3" name="Google Shape;2103;p177"/>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4" name="Google Shape;2104;p177"/>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5" name="Google Shape;2105;p177"/>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6" name="Google Shape;2106;p177"/>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7" name="Google Shape;2107;p177"/>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08" name="Google Shape;2108;p177"/>
          <p:cNvSpPr txBox="1"/>
          <p:nvPr>
            <p:ph type="title"/>
          </p:nvPr>
        </p:nvSpPr>
        <p:spPr>
          <a:xfrm>
            <a:off x="890300" y="219625"/>
            <a:ext cx="6364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086"/>
                                        </p:tgtEl>
                                        <p:attrNameLst>
                                          <p:attrName>ppt_x</p:attrName>
                                        </p:attrNameLst>
                                      </p:cBhvr>
                                      <p:tavLst>
                                        <p:tav fmla="" tm="0">
                                          <p:val>
                                            <p:strVal val="#ppt_x"/>
                                          </p:val>
                                        </p:tav>
                                        <p:tav fmla="" tm="100000">
                                          <p:val>
                                            <p:strVal val="#ppt_x+1"/>
                                          </p:val>
                                        </p:tav>
                                      </p:tavLst>
                                    </p:anim>
                                    <p:set>
                                      <p:cBhvr>
                                        <p:cTn dur="1" fill="hold">
                                          <p:stCondLst>
                                            <p:cond delay="1000"/>
                                          </p:stCondLst>
                                        </p:cTn>
                                        <p:tgtEl>
                                          <p:spTgt spid="208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sp>
        <p:nvSpPr>
          <p:cNvPr id="2113" name="Google Shape;2113;p178"/>
          <p:cNvSpPr/>
          <p:nvPr/>
        </p:nvSpPr>
        <p:spPr>
          <a:xfrm>
            <a:off x="5575100" y="133010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114" name="Google Shape;2114;p178"/>
          <p:cNvSpPr txBox="1"/>
          <p:nvPr/>
        </p:nvSpPr>
        <p:spPr>
          <a:xfrm>
            <a:off x="5575100" y="13301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15" name="Google Shape;2115;p178"/>
          <p:cNvCxnSpPr/>
          <p:nvPr/>
        </p:nvCxnSpPr>
        <p:spPr>
          <a:xfrm>
            <a:off x="5569849" y="1659149"/>
            <a:ext cx="2022300" cy="0"/>
          </a:xfrm>
          <a:prstGeom prst="straightConnector1">
            <a:avLst/>
          </a:prstGeom>
          <a:noFill/>
          <a:ln cap="flat" cmpd="sng" w="19050">
            <a:solidFill>
              <a:schemeClr val="dk1"/>
            </a:solidFill>
            <a:prstDash val="solid"/>
            <a:round/>
            <a:headEnd len="med" w="med" type="none"/>
            <a:tailEnd len="med" w="med" type="none"/>
          </a:ln>
        </p:spPr>
      </p:cxnSp>
      <p:sp>
        <p:nvSpPr>
          <p:cNvPr id="2116" name="Google Shape;2116;p178"/>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117" name="Google Shape;2117;p178"/>
          <p:cNvSpPr/>
          <p:nvPr/>
        </p:nvSpPr>
        <p:spPr>
          <a:xfrm>
            <a:off x="5711300" y="178867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118" name="Google Shape;2118;p178"/>
          <p:cNvSpPr/>
          <p:nvPr/>
        </p:nvSpPr>
        <p:spPr>
          <a:xfrm>
            <a:off x="6582019" y="22438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19" name="Google Shape;2119;p178"/>
          <p:cNvSpPr/>
          <p:nvPr/>
        </p:nvSpPr>
        <p:spPr>
          <a:xfrm flipH="1">
            <a:off x="5659814" y="259471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20" name="Google Shape;2120;p178"/>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3%</a:t>
            </a:r>
            <a:endParaRPr b="1" sz="1700">
              <a:solidFill>
                <a:schemeClr val="lt1"/>
              </a:solidFill>
              <a:latin typeface="Inter Tight"/>
              <a:ea typeface="Inter Tight"/>
              <a:cs typeface="Inter Tight"/>
              <a:sym typeface="Inter Tight"/>
            </a:endParaRPr>
          </a:p>
        </p:txBody>
      </p:sp>
      <p:sp>
        <p:nvSpPr>
          <p:cNvPr id="2121" name="Google Shape;2121;p178"/>
          <p:cNvSpPr/>
          <p:nvPr/>
        </p:nvSpPr>
        <p:spPr>
          <a:xfrm>
            <a:off x="7810075" y="13301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22" name="Google Shape;2122;p178"/>
          <p:cNvSpPr/>
          <p:nvPr/>
        </p:nvSpPr>
        <p:spPr>
          <a:xfrm>
            <a:off x="7810850" y="4273602"/>
            <a:ext cx="459600" cy="5544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23" name="Google Shape;2123;p178"/>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124" name="Google Shape;2124;p178"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125" name="Google Shape;2125;p178"/>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126" name="Google Shape;2126;p178"/>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127" name="Google Shape;2127;p178"/>
          <p:cNvGrpSpPr/>
          <p:nvPr/>
        </p:nvGrpSpPr>
        <p:grpSpPr>
          <a:xfrm>
            <a:off x="1412702" y="3877817"/>
            <a:ext cx="1844405" cy="565035"/>
            <a:chOff x="1414350" y="3498465"/>
            <a:chExt cx="1844405" cy="565035"/>
          </a:xfrm>
        </p:grpSpPr>
        <p:sp>
          <p:nvSpPr>
            <p:cNvPr id="2128" name="Google Shape;2128;p178"/>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29" name="Google Shape;2129;p178"/>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30" name="Google Shape;2130;p178"/>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131" name="Google Shape;2131;p178"/>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32" name="Google Shape;2132;p178"/>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133" name="Google Shape;2133;p178"/>
          <p:cNvGrpSpPr/>
          <p:nvPr/>
        </p:nvGrpSpPr>
        <p:grpSpPr>
          <a:xfrm>
            <a:off x="1414350" y="3879465"/>
            <a:ext cx="1844405" cy="565035"/>
            <a:chOff x="1414350" y="3498465"/>
            <a:chExt cx="1844405" cy="565035"/>
          </a:xfrm>
        </p:grpSpPr>
        <p:sp>
          <p:nvSpPr>
            <p:cNvPr id="2134" name="Google Shape;2134;p178"/>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35" name="Google Shape;2135;p178"/>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36" name="Google Shape;2136;p178"/>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137" name="Google Shape;2137;p178"/>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grpSp>
        <p:nvGrpSpPr>
          <p:cNvPr id="2138" name="Google Shape;2138;p178"/>
          <p:cNvGrpSpPr/>
          <p:nvPr/>
        </p:nvGrpSpPr>
        <p:grpSpPr>
          <a:xfrm>
            <a:off x="1414350" y="1774315"/>
            <a:ext cx="1844405" cy="1968485"/>
            <a:chOff x="1414350" y="1393315"/>
            <a:chExt cx="1844405" cy="1968485"/>
          </a:xfrm>
        </p:grpSpPr>
        <p:sp>
          <p:nvSpPr>
            <p:cNvPr id="2139" name="Google Shape;2139;p178"/>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0" name="Google Shape;2140;p178"/>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1" name="Google Shape;2141;p178"/>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2" name="Google Shape;2142;p178"/>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3" name="Google Shape;2143;p178"/>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4" name="Google Shape;2144;p178"/>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45" name="Google Shape;2145;p178"/>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9" name="Shape 2149"/>
        <p:cNvGrpSpPr/>
        <p:nvPr/>
      </p:nvGrpSpPr>
      <p:grpSpPr>
        <a:xfrm>
          <a:off x="0" y="0"/>
          <a:ext cx="0" cy="0"/>
          <a:chOff x="0" y="0"/>
          <a:chExt cx="0" cy="0"/>
        </a:xfrm>
      </p:grpSpPr>
      <p:sp>
        <p:nvSpPr>
          <p:cNvPr id="2150" name="Google Shape;2150;p179"/>
          <p:cNvSpPr/>
          <p:nvPr/>
        </p:nvSpPr>
        <p:spPr>
          <a:xfrm>
            <a:off x="5575100" y="133010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151" name="Google Shape;2151;p179"/>
          <p:cNvSpPr txBox="1"/>
          <p:nvPr/>
        </p:nvSpPr>
        <p:spPr>
          <a:xfrm>
            <a:off x="5575100" y="13301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52" name="Google Shape;2152;p179"/>
          <p:cNvCxnSpPr/>
          <p:nvPr/>
        </p:nvCxnSpPr>
        <p:spPr>
          <a:xfrm>
            <a:off x="5569849" y="1659149"/>
            <a:ext cx="2022300" cy="0"/>
          </a:xfrm>
          <a:prstGeom prst="straightConnector1">
            <a:avLst/>
          </a:prstGeom>
          <a:noFill/>
          <a:ln cap="flat" cmpd="sng" w="19050">
            <a:solidFill>
              <a:schemeClr val="dk1"/>
            </a:solidFill>
            <a:prstDash val="solid"/>
            <a:round/>
            <a:headEnd len="med" w="med" type="none"/>
            <a:tailEnd len="med" w="med" type="none"/>
          </a:ln>
        </p:spPr>
      </p:cxnSp>
      <p:sp>
        <p:nvSpPr>
          <p:cNvPr id="2153" name="Google Shape;2153;p179"/>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154" name="Google Shape;2154;p179"/>
          <p:cNvSpPr/>
          <p:nvPr/>
        </p:nvSpPr>
        <p:spPr>
          <a:xfrm>
            <a:off x="5711300" y="178867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155" name="Google Shape;2155;p179"/>
          <p:cNvSpPr/>
          <p:nvPr/>
        </p:nvSpPr>
        <p:spPr>
          <a:xfrm>
            <a:off x="6582019" y="22438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56" name="Google Shape;2156;p179"/>
          <p:cNvSpPr/>
          <p:nvPr/>
        </p:nvSpPr>
        <p:spPr>
          <a:xfrm flipH="1">
            <a:off x="5659814" y="259471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57" name="Google Shape;2157;p179"/>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4%</a:t>
            </a:r>
            <a:endParaRPr b="1" sz="1700">
              <a:solidFill>
                <a:schemeClr val="lt1"/>
              </a:solidFill>
              <a:latin typeface="Inter Tight"/>
              <a:ea typeface="Inter Tight"/>
              <a:cs typeface="Inter Tight"/>
              <a:sym typeface="Inter Tight"/>
            </a:endParaRPr>
          </a:p>
        </p:txBody>
      </p:sp>
      <p:sp>
        <p:nvSpPr>
          <p:cNvPr id="2158" name="Google Shape;2158;p179"/>
          <p:cNvSpPr/>
          <p:nvPr/>
        </p:nvSpPr>
        <p:spPr>
          <a:xfrm>
            <a:off x="7810075" y="13301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59" name="Google Shape;2159;p179"/>
          <p:cNvSpPr/>
          <p:nvPr/>
        </p:nvSpPr>
        <p:spPr>
          <a:xfrm>
            <a:off x="7810850" y="4109800"/>
            <a:ext cx="459600" cy="7182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60" name="Google Shape;2160;p179"/>
          <p:cNvSpPr/>
          <p:nvPr/>
        </p:nvSpPr>
        <p:spPr>
          <a:xfrm>
            <a:off x="6582019" y="29455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61" name="Google Shape;2161;p179"/>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162" name="Google Shape;2162;p179"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163" name="Google Shape;2163;p179"/>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164" name="Google Shape;2164;p179"/>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165" name="Google Shape;2165;p179"/>
          <p:cNvGrpSpPr/>
          <p:nvPr/>
        </p:nvGrpSpPr>
        <p:grpSpPr>
          <a:xfrm>
            <a:off x="1412702" y="3877817"/>
            <a:ext cx="1844405" cy="565035"/>
            <a:chOff x="1414350" y="3498465"/>
            <a:chExt cx="1844405" cy="565035"/>
          </a:xfrm>
        </p:grpSpPr>
        <p:sp>
          <p:nvSpPr>
            <p:cNvPr id="2166" name="Google Shape;2166;p179"/>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67" name="Google Shape;2167;p179"/>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68" name="Google Shape;2168;p179"/>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169" name="Google Shape;2169;p179"/>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70" name="Google Shape;2170;p179"/>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171" name="Google Shape;2171;p179"/>
          <p:cNvGrpSpPr/>
          <p:nvPr/>
        </p:nvGrpSpPr>
        <p:grpSpPr>
          <a:xfrm>
            <a:off x="1414350" y="3879465"/>
            <a:ext cx="1844405" cy="565035"/>
            <a:chOff x="1414350" y="3498465"/>
            <a:chExt cx="1844405" cy="565035"/>
          </a:xfrm>
        </p:grpSpPr>
        <p:sp>
          <p:nvSpPr>
            <p:cNvPr id="2172" name="Google Shape;2172;p179"/>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73" name="Google Shape;2173;p179"/>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74" name="Google Shape;2174;p179"/>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175" name="Google Shape;2175;p179"/>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grpSp>
        <p:nvGrpSpPr>
          <p:cNvPr id="2176" name="Google Shape;2176;p179"/>
          <p:cNvGrpSpPr/>
          <p:nvPr/>
        </p:nvGrpSpPr>
        <p:grpSpPr>
          <a:xfrm>
            <a:off x="1414350" y="1774315"/>
            <a:ext cx="1844405" cy="1968485"/>
            <a:chOff x="1414350" y="1393315"/>
            <a:chExt cx="1844405" cy="1968485"/>
          </a:xfrm>
        </p:grpSpPr>
        <p:sp>
          <p:nvSpPr>
            <p:cNvPr id="2177" name="Google Shape;2177;p179"/>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78" name="Google Shape;2178;p179"/>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79" name="Google Shape;2179;p179"/>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80" name="Google Shape;2180;p179"/>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81" name="Google Shape;2181;p179"/>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82" name="Google Shape;2182;p179"/>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83" name="Google Shape;2183;p179"/>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pic>
        <p:nvPicPr>
          <p:cNvPr id="2188" name="Google Shape;2188;p180"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189" name="Google Shape;2189;p180"/>
          <p:cNvSpPr/>
          <p:nvPr/>
        </p:nvSpPr>
        <p:spPr>
          <a:xfrm>
            <a:off x="5575100" y="1330163"/>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190" name="Google Shape;2190;p180"/>
          <p:cNvSpPr txBox="1"/>
          <p:nvPr/>
        </p:nvSpPr>
        <p:spPr>
          <a:xfrm>
            <a:off x="5575100" y="1330163"/>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91" name="Google Shape;2191;p180"/>
          <p:cNvCxnSpPr/>
          <p:nvPr/>
        </p:nvCxnSpPr>
        <p:spPr>
          <a:xfrm>
            <a:off x="5569849" y="1659211"/>
            <a:ext cx="2022300" cy="0"/>
          </a:xfrm>
          <a:prstGeom prst="straightConnector1">
            <a:avLst/>
          </a:prstGeom>
          <a:noFill/>
          <a:ln cap="flat" cmpd="sng" w="19050">
            <a:solidFill>
              <a:schemeClr val="dk1"/>
            </a:solidFill>
            <a:prstDash val="solid"/>
            <a:round/>
            <a:headEnd len="med" w="med" type="none"/>
            <a:tailEnd len="med" w="med" type="none"/>
          </a:ln>
        </p:spPr>
      </p:cxnSp>
      <p:sp>
        <p:nvSpPr>
          <p:cNvPr id="2192" name="Google Shape;2192;p180"/>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193" name="Google Shape;2193;p180"/>
          <p:cNvSpPr/>
          <p:nvPr/>
        </p:nvSpPr>
        <p:spPr>
          <a:xfrm>
            <a:off x="5711300" y="1788738"/>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194" name="Google Shape;2194;p180"/>
          <p:cNvSpPr/>
          <p:nvPr/>
        </p:nvSpPr>
        <p:spPr>
          <a:xfrm>
            <a:off x="6582019" y="2243946"/>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95" name="Google Shape;2195;p180"/>
          <p:cNvSpPr/>
          <p:nvPr/>
        </p:nvSpPr>
        <p:spPr>
          <a:xfrm flipH="1">
            <a:off x="5659814" y="2594781"/>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96" name="Google Shape;2196;p180"/>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5%</a:t>
            </a:r>
            <a:endParaRPr b="1" sz="1700">
              <a:solidFill>
                <a:schemeClr val="lt1"/>
              </a:solidFill>
              <a:latin typeface="Inter Tight"/>
              <a:ea typeface="Inter Tight"/>
              <a:cs typeface="Inter Tight"/>
              <a:sym typeface="Inter Tight"/>
            </a:endParaRPr>
          </a:p>
        </p:txBody>
      </p:sp>
      <p:sp>
        <p:nvSpPr>
          <p:cNvPr id="2197" name="Google Shape;2197;p180"/>
          <p:cNvSpPr/>
          <p:nvPr/>
        </p:nvSpPr>
        <p:spPr>
          <a:xfrm>
            <a:off x="7810075" y="1330163"/>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98" name="Google Shape;2198;p180"/>
          <p:cNvSpPr/>
          <p:nvPr/>
        </p:nvSpPr>
        <p:spPr>
          <a:xfrm>
            <a:off x="7810850" y="3948038"/>
            <a:ext cx="459600" cy="8799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99" name="Google Shape;2199;p180"/>
          <p:cNvSpPr/>
          <p:nvPr/>
        </p:nvSpPr>
        <p:spPr>
          <a:xfrm>
            <a:off x="6582019" y="2945646"/>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00" name="Google Shape;2200;p180"/>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01" name="Google Shape;2201;p180"/>
          <p:cNvSpPr/>
          <p:nvPr/>
        </p:nvSpPr>
        <p:spPr>
          <a:xfrm flipH="1">
            <a:off x="5659814" y="3296481"/>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02" name="Google Shape;2202;p180"/>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203" name="Google Shape;2203;p180"/>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204" name="Google Shape;2204;p180"/>
          <p:cNvGrpSpPr/>
          <p:nvPr/>
        </p:nvGrpSpPr>
        <p:grpSpPr>
          <a:xfrm>
            <a:off x="1412702" y="3877817"/>
            <a:ext cx="1844405" cy="565035"/>
            <a:chOff x="1414350" y="3498465"/>
            <a:chExt cx="1844405" cy="565035"/>
          </a:xfrm>
        </p:grpSpPr>
        <p:sp>
          <p:nvSpPr>
            <p:cNvPr id="2205" name="Google Shape;2205;p180"/>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06" name="Google Shape;2206;p180"/>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207" name="Google Shape;2207;p180"/>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208" name="Google Shape;2208;p180"/>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209" name="Google Shape;2209;p180"/>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210" name="Google Shape;2210;p180"/>
          <p:cNvGrpSpPr/>
          <p:nvPr/>
        </p:nvGrpSpPr>
        <p:grpSpPr>
          <a:xfrm>
            <a:off x="1414350" y="3879465"/>
            <a:ext cx="1844405" cy="565035"/>
            <a:chOff x="1414350" y="3498465"/>
            <a:chExt cx="1844405" cy="565035"/>
          </a:xfrm>
        </p:grpSpPr>
        <p:sp>
          <p:nvSpPr>
            <p:cNvPr id="2211" name="Google Shape;2211;p180"/>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12" name="Google Shape;2212;p180"/>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213" name="Google Shape;2213;p180"/>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214" name="Google Shape;2214;p180"/>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grpSp>
        <p:nvGrpSpPr>
          <p:cNvPr id="2215" name="Google Shape;2215;p180"/>
          <p:cNvGrpSpPr/>
          <p:nvPr/>
        </p:nvGrpSpPr>
        <p:grpSpPr>
          <a:xfrm>
            <a:off x="1414350" y="1774315"/>
            <a:ext cx="1844405" cy="1968485"/>
            <a:chOff x="1414350" y="1393315"/>
            <a:chExt cx="1844405" cy="1968485"/>
          </a:xfrm>
        </p:grpSpPr>
        <p:sp>
          <p:nvSpPr>
            <p:cNvPr id="2216" name="Google Shape;2216;p180"/>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17" name="Google Shape;2217;p180"/>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18" name="Google Shape;2218;p180"/>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19" name="Google Shape;2219;p180"/>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20" name="Google Shape;2220;p180"/>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21" name="Google Shape;2221;p180"/>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222" name="Google Shape;2222;p180"/>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grpSp>
        <p:nvGrpSpPr>
          <p:cNvPr id="2227" name="Google Shape;2227;p181"/>
          <p:cNvGrpSpPr/>
          <p:nvPr/>
        </p:nvGrpSpPr>
        <p:grpSpPr>
          <a:xfrm>
            <a:off x="1091946" y="638400"/>
            <a:ext cx="3568329" cy="4189050"/>
            <a:chOff x="5338696" y="214525"/>
            <a:chExt cx="3568329" cy="4189050"/>
          </a:xfrm>
        </p:grpSpPr>
        <p:sp>
          <p:nvSpPr>
            <p:cNvPr id="2228" name="Google Shape;2228;p181"/>
            <p:cNvSpPr/>
            <p:nvPr/>
          </p:nvSpPr>
          <p:spPr>
            <a:xfrm>
              <a:off x="5575100" y="90580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229" name="Google Shape;2229;p181"/>
            <p:cNvSpPr txBox="1"/>
            <p:nvPr/>
          </p:nvSpPr>
          <p:spPr>
            <a:xfrm>
              <a:off x="5575100" y="905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230" name="Google Shape;2230;p181"/>
            <p:cNvCxnSpPr/>
            <p:nvPr/>
          </p:nvCxnSpPr>
          <p:spPr>
            <a:xfrm>
              <a:off x="5569849" y="1234849"/>
              <a:ext cx="2022300" cy="0"/>
            </a:xfrm>
            <a:prstGeom prst="straightConnector1">
              <a:avLst/>
            </a:prstGeom>
            <a:noFill/>
            <a:ln cap="flat" cmpd="sng" w="19050">
              <a:solidFill>
                <a:schemeClr val="dk1"/>
              </a:solidFill>
              <a:prstDash val="solid"/>
              <a:round/>
              <a:headEnd len="med" w="med" type="none"/>
              <a:tailEnd len="med" w="med" type="none"/>
            </a:ln>
          </p:spPr>
        </p:cxnSp>
        <p:sp>
          <p:nvSpPr>
            <p:cNvPr id="2231" name="Google Shape;2231;p181"/>
            <p:cNvSpPr txBox="1"/>
            <p:nvPr/>
          </p:nvSpPr>
          <p:spPr>
            <a:xfrm>
              <a:off x="5338696" y="474250"/>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232" name="Google Shape;2232;p181"/>
            <p:cNvSpPr/>
            <p:nvPr/>
          </p:nvSpPr>
          <p:spPr>
            <a:xfrm>
              <a:off x="5711300" y="136437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233" name="Google Shape;2233;p181"/>
            <p:cNvSpPr/>
            <p:nvPr/>
          </p:nvSpPr>
          <p:spPr>
            <a:xfrm>
              <a:off x="6582019" y="18195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4" name="Google Shape;2234;p181"/>
            <p:cNvSpPr/>
            <p:nvPr/>
          </p:nvSpPr>
          <p:spPr>
            <a:xfrm flipH="1">
              <a:off x="5659814" y="217041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5" name="Google Shape;2235;p181"/>
            <p:cNvSpPr txBox="1"/>
            <p:nvPr/>
          </p:nvSpPr>
          <p:spPr>
            <a:xfrm>
              <a:off x="7810200" y="474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5%</a:t>
              </a:r>
              <a:endParaRPr b="1" sz="1700">
                <a:solidFill>
                  <a:schemeClr val="lt1"/>
                </a:solidFill>
                <a:latin typeface="Inter Tight"/>
                <a:ea typeface="Inter Tight"/>
                <a:cs typeface="Inter Tight"/>
                <a:sym typeface="Inter Tight"/>
              </a:endParaRPr>
            </a:p>
          </p:txBody>
        </p:sp>
        <p:sp>
          <p:nvSpPr>
            <p:cNvPr id="2236" name="Google Shape;2236;p181"/>
            <p:cNvSpPr/>
            <p:nvPr/>
          </p:nvSpPr>
          <p:spPr>
            <a:xfrm>
              <a:off x="7810075" y="9058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7" name="Google Shape;2237;p181"/>
            <p:cNvSpPr/>
            <p:nvPr/>
          </p:nvSpPr>
          <p:spPr>
            <a:xfrm>
              <a:off x="7810850" y="3523675"/>
              <a:ext cx="459600" cy="8799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8" name="Google Shape;2238;p181"/>
            <p:cNvSpPr/>
            <p:nvPr/>
          </p:nvSpPr>
          <p:spPr>
            <a:xfrm>
              <a:off x="6582019" y="25212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9" name="Google Shape;2239;p181"/>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40" name="Google Shape;2240;p181"/>
            <p:cNvSpPr/>
            <p:nvPr/>
          </p:nvSpPr>
          <p:spPr>
            <a:xfrm flipH="1">
              <a:off x="5659814" y="287211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cxnSp>
        <p:nvCxnSpPr>
          <p:cNvPr id="2241" name="Google Shape;2241;p181"/>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pic>
        <p:nvPicPr>
          <p:cNvPr id="2242" name="Google Shape;2242;p181"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243" name="Google Shape;2243;p181"/>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244" name="Google Shape;2244;p181"/>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2245" name="Google Shape;2245;p181"/>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sp>
        <p:nvSpPr>
          <p:cNvPr id="2246" name="Google Shape;2246;p181"/>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0" name="Shape 2250"/>
        <p:cNvGrpSpPr/>
        <p:nvPr/>
      </p:nvGrpSpPr>
      <p:grpSpPr>
        <a:xfrm>
          <a:off x="0" y="0"/>
          <a:ext cx="0" cy="0"/>
          <a:chOff x="0" y="0"/>
          <a:chExt cx="0" cy="0"/>
        </a:xfrm>
      </p:grpSpPr>
      <p:sp>
        <p:nvSpPr>
          <p:cNvPr id="2251" name="Google Shape;2251;p182"/>
          <p:cNvSpPr/>
          <p:nvPr/>
        </p:nvSpPr>
        <p:spPr>
          <a:xfrm>
            <a:off x="132835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252" name="Google Shape;2252;p182"/>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pic>
        <p:nvPicPr>
          <p:cNvPr id="2253" name="Google Shape;2253;p182"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254" name="Google Shape;2254;p182"/>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255" name="Google Shape;2255;p182"/>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256" name="Google Shape;2256;p182"/>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257" name="Google Shape;2257;p182"/>
          <p:cNvSpPr/>
          <p:nvPr/>
        </p:nvSpPr>
        <p:spPr>
          <a:xfrm>
            <a:off x="2335269" y="22434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58" name="Google Shape;2258;p182"/>
          <p:cNvSpPr/>
          <p:nvPr/>
        </p:nvSpPr>
        <p:spPr>
          <a:xfrm flipH="1">
            <a:off x="1413064" y="25942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59" name="Google Shape;2259;p182"/>
          <p:cNvSpPr txBox="1"/>
          <p:nvPr/>
        </p:nvSpPr>
        <p:spPr>
          <a:xfrm>
            <a:off x="3511964" y="898125"/>
            <a:ext cx="6156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Inter Tight"/>
                <a:ea typeface="Inter Tight"/>
                <a:cs typeface="Inter Tight"/>
                <a:sym typeface="Inter Tight"/>
              </a:rPr>
              <a:t>85%</a:t>
            </a:r>
            <a:endParaRPr b="1" sz="1600">
              <a:solidFill>
                <a:schemeClr val="lt1"/>
              </a:solidFill>
              <a:latin typeface="Inter Tight"/>
              <a:ea typeface="Inter Tight"/>
              <a:cs typeface="Inter Tight"/>
              <a:sym typeface="Inter Tight"/>
            </a:endParaRPr>
          </a:p>
        </p:txBody>
      </p:sp>
      <p:sp>
        <p:nvSpPr>
          <p:cNvPr id="2260" name="Google Shape;2260;p182"/>
          <p:cNvSpPr/>
          <p:nvPr/>
        </p:nvSpPr>
        <p:spPr>
          <a:xfrm>
            <a:off x="2335269" y="29451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1" name="Google Shape;2261;p182"/>
          <p:cNvSpPr/>
          <p:nvPr/>
        </p:nvSpPr>
        <p:spPr>
          <a:xfrm>
            <a:off x="4085475" y="638400"/>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2" name="Google Shape;2262;p182"/>
          <p:cNvSpPr/>
          <p:nvPr/>
        </p:nvSpPr>
        <p:spPr>
          <a:xfrm flipH="1">
            <a:off x="1413064" y="32959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3" name="Google Shape;2263;p182"/>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4" name="Google Shape;2264;p182"/>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sp>
        <p:nvSpPr>
          <p:cNvPr id="2265" name="Google Shape;2265;p182"/>
          <p:cNvSpPr/>
          <p:nvPr/>
        </p:nvSpPr>
        <p:spPr>
          <a:xfrm>
            <a:off x="2336544" y="36468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6" name="Google Shape;2266;p182"/>
          <p:cNvSpPr/>
          <p:nvPr/>
        </p:nvSpPr>
        <p:spPr>
          <a:xfrm flipH="1">
            <a:off x="1413064" y="39976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7" name="Google Shape;2267;p182"/>
          <p:cNvSpPr/>
          <p:nvPr/>
        </p:nvSpPr>
        <p:spPr>
          <a:xfrm>
            <a:off x="3563878"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8" name="Google Shape;2268;p182"/>
          <p:cNvSpPr/>
          <p:nvPr/>
        </p:nvSpPr>
        <p:spPr>
          <a:xfrm>
            <a:off x="3564653" y="1774325"/>
            <a:ext cx="459600" cy="3053400"/>
          </a:xfrm>
          <a:prstGeom prst="rect">
            <a:avLst/>
          </a:prstGeom>
          <a:solidFill>
            <a:srgbClr val="C48CAB"/>
          </a:solidFill>
          <a:ln cap="flat" cmpd="sng" w="9525">
            <a:solidFill>
              <a:srgbClr val="C48CA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269" name="Google Shape;2269;p182"/>
          <p:cNvCxnSpPr/>
          <p:nvPr/>
        </p:nvCxnSpPr>
        <p:spPr>
          <a:xfrm>
            <a:off x="3561078"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2270" name="Google Shape;2270;p182"/>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271" name="Google Shape;2271;p182"/>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a:t>
            </a:r>
            <a:r>
              <a:rPr lang="en" sz="2500">
                <a:solidFill>
                  <a:srgbClr val="80C7FF"/>
                </a:solidFill>
              </a:rPr>
              <a:t>z</a:t>
            </a:r>
            <a:r>
              <a:rPr lang="en" sz="2500">
                <a:solidFill>
                  <a:srgbClr val="80C7FF"/>
                </a:solidFill>
              </a:rPr>
              <a:t>ation</a:t>
            </a:r>
            <a:endParaRPr sz="2500">
              <a:solidFill>
                <a:srgbClr val="80C7F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5" name="Shape 2275"/>
        <p:cNvGrpSpPr/>
        <p:nvPr/>
      </p:nvGrpSpPr>
      <p:grpSpPr>
        <a:xfrm>
          <a:off x="0" y="0"/>
          <a:ext cx="0" cy="0"/>
          <a:chOff x="0" y="0"/>
          <a:chExt cx="0" cy="0"/>
        </a:xfrm>
      </p:grpSpPr>
      <p:sp>
        <p:nvSpPr>
          <p:cNvPr id="2276" name="Google Shape;2276;p183"/>
          <p:cNvSpPr/>
          <p:nvPr/>
        </p:nvSpPr>
        <p:spPr>
          <a:xfrm>
            <a:off x="132835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277" name="Google Shape;2277;p183"/>
          <p:cNvCxnSpPr/>
          <p:nvPr/>
        </p:nvCxnSpPr>
        <p:spPr>
          <a:xfrm>
            <a:off x="1304331" y="3959323"/>
            <a:ext cx="2059500" cy="0"/>
          </a:xfrm>
          <a:prstGeom prst="straightConnector1">
            <a:avLst/>
          </a:prstGeom>
          <a:noFill/>
          <a:ln cap="flat" cmpd="sng" w="28575">
            <a:solidFill>
              <a:srgbClr val="895270"/>
            </a:solidFill>
            <a:prstDash val="dash"/>
            <a:round/>
            <a:headEnd len="med" w="med" type="none"/>
            <a:tailEnd len="med" w="med" type="none"/>
          </a:ln>
        </p:spPr>
      </p:cxnSp>
      <p:sp>
        <p:nvSpPr>
          <p:cNvPr id="2278" name="Google Shape;2278;p183"/>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D7DEEA"/>
                </a:solidFill>
                <a:latin typeface="Inter Tight"/>
                <a:ea typeface="Inter Tight"/>
                <a:cs typeface="Inter Tight"/>
                <a:sym typeface="Inter Tight"/>
              </a:rPr>
              <a:t>Summary</a:t>
            </a:r>
            <a:endParaRPr b="1">
              <a:solidFill>
                <a:srgbClr val="D7DEEA"/>
              </a:solidFill>
              <a:latin typeface="Inter Tight"/>
              <a:ea typeface="Inter Tight"/>
              <a:cs typeface="Inter Tight"/>
              <a:sym typeface="Inter Tight"/>
            </a:endParaRPr>
          </a:p>
        </p:txBody>
      </p:sp>
      <p:sp>
        <p:nvSpPr>
          <p:cNvPr id="2279" name="Google Shape;2279;p183"/>
          <p:cNvSpPr/>
          <p:nvPr/>
        </p:nvSpPr>
        <p:spPr>
          <a:xfrm>
            <a:off x="2335269" y="22434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80" name="Google Shape;2280;p183"/>
          <p:cNvSpPr/>
          <p:nvPr/>
        </p:nvSpPr>
        <p:spPr>
          <a:xfrm flipH="1">
            <a:off x="1413064" y="25942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81" name="Google Shape;2281;p183"/>
          <p:cNvSpPr/>
          <p:nvPr/>
        </p:nvSpPr>
        <p:spPr>
          <a:xfrm>
            <a:off x="2335269" y="29451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82" name="Google Shape;2282;p183"/>
          <p:cNvSpPr/>
          <p:nvPr/>
        </p:nvSpPr>
        <p:spPr>
          <a:xfrm flipH="1">
            <a:off x="1413064" y="32959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83" name="Google Shape;2283;p183"/>
          <p:cNvSpPr/>
          <p:nvPr/>
        </p:nvSpPr>
        <p:spPr>
          <a:xfrm>
            <a:off x="2336544" y="36468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284" name="Google Shape;2284;p183"/>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pic>
        <p:nvPicPr>
          <p:cNvPr id="2285" name="Google Shape;2285;p183"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286" name="Google Shape;2286;p183"/>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287" name="Google Shape;2287;p183"/>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288" name="Google Shape;2288;p183"/>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289" name="Google Shape;2289;p183"/>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nvGrpSpPr>
          <p:cNvPr id="2290" name="Google Shape;2290;p183"/>
          <p:cNvGrpSpPr/>
          <p:nvPr/>
        </p:nvGrpSpPr>
        <p:grpSpPr>
          <a:xfrm>
            <a:off x="1413064" y="2243458"/>
            <a:ext cx="1845680" cy="1617600"/>
            <a:chOff x="1413064" y="1862458"/>
            <a:chExt cx="1845680" cy="1617600"/>
          </a:xfrm>
        </p:grpSpPr>
        <p:sp>
          <p:nvSpPr>
            <p:cNvPr id="2291" name="Google Shape;2291;p183"/>
            <p:cNvSpPr/>
            <p:nvPr/>
          </p:nvSpPr>
          <p:spPr>
            <a:xfrm>
              <a:off x="2335269" y="18624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2" name="Google Shape;2292;p183"/>
            <p:cNvSpPr/>
            <p:nvPr/>
          </p:nvSpPr>
          <p:spPr>
            <a:xfrm flipH="1">
              <a:off x="1413064" y="22132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3" name="Google Shape;2293;p183"/>
            <p:cNvSpPr/>
            <p:nvPr/>
          </p:nvSpPr>
          <p:spPr>
            <a:xfrm>
              <a:off x="2335269" y="25641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4" name="Google Shape;2294;p183"/>
            <p:cNvSpPr/>
            <p:nvPr/>
          </p:nvSpPr>
          <p:spPr>
            <a:xfrm flipH="1">
              <a:off x="1413064" y="29149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5" name="Google Shape;2295;p183"/>
            <p:cNvSpPr/>
            <p:nvPr/>
          </p:nvSpPr>
          <p:spPr>
            <a:xfrm>
              <a:off x="2336544" y="32658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296" name="Google Shape;2296;p183"/>
          <p:cNvSpPr/>
          <p:nvPr/>
        </p:nvSpPr>
        <p:spPr>
          <a:xfrm flipH="1">
            <a:off x="1413064" y="39976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7" name="Google Shape;2297;p183"/>
          <p:cNvSpPr txBox="1"/>
          <p:nvPr/>
        </p:nvSpPr>
        <p:spPr>
          <a:xfrm>
            <a:off x="216400" y="3777461"/>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298" name="Google Shape;2298;p183"/>
          <p:cNvSpPr/>
          <p:nvPr/>
        </p:nvSpPr>
        <p:spPr>
          <a:xfrm>
            <a:off x="3552825" y="3406960"/>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299" name="Google Shape;2299;p183"/>
          <p:cNvSpPr/>
          <p:nvPr/>
        </p:nvSpPr>
        <p:spPr>
          <a:xfrm>
            <a:off x="557510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300" name="Google Shape;2300;p183"/>
          <p:cNvSpPr txBox="1"/>
          <p:nvPr/>
        </p:nvSpPr>
        <p:spPr>
          <a:xfrm>
            <a:off x="5575100" y="1286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01" name="Google Shape;2301;p183"/>
          <p:cNvCxnSpPr/>
          <p:nvPr/>
        </p:nvCxnSpPr>
        <p:spPr>
          <a:xfrm>
            <a:off x="5569849" y="1615849"/>
            <a:ext cx="2022300" cy="0"/>
          </a:xfrm>
          <a:prstGeom prst="straightConnector1">
            <a:avLst/>
          </a:prstGeom>
          <a:noFill/>
          <a:ln cap="flat" cmpd="sng" w="19050">
            <a:solidFill>
              <a:schemeClr val="dk1"/>
            </a:solidFill>
            <a:prstDash val="solid"/>
            <a:round/>
            <a:headEnd len="med" w="med" type="none"/>
            <a:tailEnd len="med" w="med" type="none"/>
          </a:ln>
        </p:spPr>
      </p:cxnSp>
      <p:sp>
        <p:nvSpPr>
          <p:cNvPr id="2302" name="Google Shape;2302;p183"/>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303" name="Google Shape;2303;p183"/>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288"/>
                                        </p:tgtEl>
                                        <p:attrNameLst>
                                          <p:attrName>ppt_x</p:attrName>
                                        </p:attrNameLst>
                                      </p:cBhvr>
                                      <p:tavLst>
                                        <p:tav fmla="" tm="0">
                                          <p:val>
                                            <p:strVal val="#ppt_x"/>
                                          </p:val>
                                        </p:tav>
                                        <p:tav fmla="" tm="100000">
                                          <p:val>
                                            <p:strVal val="#ppt_x+1"/>
                                          </p:val>
                                        </p:tav>
                                      </p:tavLst>
                                    </p:anim>
                                    <p:set>
                                      <p:cBhvr>
                                        <p:cTn dur="1" fill="hold">
                                          <p:stCondLst>
                                            <p:cond delay="1000"/>
                                          </p:stCondLst>
                                        </p:cTn>
                                        <p:tgtEl>
                                          <p:spTgt spid="22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290"/>
                                        </p:tgtEl>
                                        <p:attrNameLst>
                                          <p:attrName>ppt_x</p:attrName>
                                        </p:attrNameLst>
                                      </p:cBhvr>
                                      <p:tavLst>
                                        <p:tav fmla="" tm="0">
                                          <p:val>
                                            <p:strVal val="#ppt_x"/>
                                          </p:val>
                                        </p:tav>
                                        <p:tav fmla="" tm="100000">
                                          <p:val>
                                            <p:strVal val="#ppt_x+1"/>
                                          </p:val>
                                        </p:tav>
                                      </p:tavLst>
                                    </p:anim>
                                    <p:set>
                                      <p:cBhvr>
                                        <p:cTn dur="1" fill="hold">
                                          <p:stCondLst>
                                            <p:cond delay="1000"/>
                                          </p:stCondLst>
                                        </p:cTn>
                                        <p:tgtEl>
                                          <p:spTgt spid="229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7" name="Shape 2307"/>
        <p:cNvGrpSpPr/>
        <p:nvPr/>
      </p:nvGrpSpPr>
      <p:grpSpPr>
        <a:xfrm>
          <a:off x="0" y="0"/>
          <a:ext cx="0" cy="0"/>
          <a:chOff x="0" y="0"/>
          <a:chExt cx="0" cy="0"/>
        </a:xfrm>
      </p:grpSpPr>
      <p:sp>
        <p:nvSpPr>
          <p:cNvPr id="2308" name="Google Shape;2308;p184"/>
          <p:cNvSpPr/>
          <p:nvPr/>
        </p:nvSpPr>
        <p:spPr>
          <a:xfrm>
            <a:off x="132835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309" name="Google Shape;2309;p184"/>
          <p:cNvCxnSpPr/>
          <p:nvPr/>
        </p:nvCxnSpPr>
        <p:spPr>
          <a:xfrm>
            <a:off x="1304331" y="3959323"/>
            <a:ext cx="2059500" cy="0"/>
          </a:xfrm>
          <a:prstGeom prst="straightConnector1">
            <a:avLst/>
          </a:prstGeom>
          <a:noFill/>
          <a:ln cap="flat" cmpd="sng" w="28575">
            <a:solidFill>
              <a:srgbClr val="895270"/>
            </a:solidFill>
            <a:prstDash val="dash"/>
            <a:round/>
            <a:headEnd len="med" w="med" type="none"/>
            <a:tailEnd len="med" w="med" type="none"/>
          </a:ln>
        </p:spPr>
      </p:cxnSp>
      <p:sp>
        <p:nvSpPr>
          <p:cNvPr id="2310" name="Google Shape;2310;p184"/>
          <p:cNvSpPr/>
          <p:nvPr/>
        </p:nvSpPr>
        <p:spPr>
          <a:xfrm flipH="1">
            <a:off x="1413064" y="3998212"/>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311" name="Google Shape;2311;p184"/>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pic>
        <p:nvPicPr>
          <p:cNvPr id="2312" name="Google Shape;2312;p184"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313" name="Google Shape;2313;p184"/>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14" name="Google Shape;2314;p184"/>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315" name="Google Shape;2315;p184"/>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D7DEEA"/>
                </a:solidFill>
                <a:latin typeface="Inter Tight"/>
                <a:ea typeface="Inter Tight"/>
                <a:cs typeface="Inter Tight"/>
                <a:sym typeface="Inter Tight"/>
              </a:rPr>
              <a:t>Summary</a:t>
            </a:r>
            <a:endParaRPr b="1">
              <a:solidFill>
                <a:srgbClr val="D7DEEA"/>
              </a:solidFill>
              <a:latin typeface="Inter Tight"/>
              <a:ea typeface="Inter Tight"/>
              <a:cs typeface="Inter Tight"/>
              <a:sym typeface="Inter Tight"/>
            </a:endParaRPr>
          </a:p>
        </p:txBody>
      </p:sp>
      <p:sp>
        <p:nvSpPr>
          <p:cNvPr id="2316" name="Google Shape;2316;p184"/>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17" name="Google Shape;2317;p184"/>
          <p:cNvSpPr/>
          <p:nvPr/>
        </p:nvSpPr>
        <p:spPr>
          <a:xfrm>
            <a:off x="2335269" y="22434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18" name="Google Shape;2318;p184"/>
          <p:cNvSpPr/>
          <p:nvPr/>
        </p:nvSpPr>
        <p:spPr>
          <a:xfrm flipH="1">
            <a:off x="1413064" y="25942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19" name="Google Shape;2319;p184"/>
          <p:cNvSpPr/>
          <p:nvPr/>
        </p:nvSpPr>
        <p:spPr>
          <a:xfrm>
            <a:off x="2335269" y="29451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20" name="Google Shape;2320;p184"/>
          <p:cNvSpPr/>
          <p:nvPr/>
        </p:nvSpPr>
        <p:spPr>
          <a:xfrm flipH="1">
            <a:off x="1413064" y="32959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21" name="Google Shape;2321;p184"/>
          <p:cNvSpPr/>
          <p:nvPr/>
        </p:nvSpPr>
        <p:spPr>
          <a:xfrm>
            <a:off x="2336544" y="36468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22" name="Google Shape;2322;p184"/>
          <p:cNvSpPr/>
          <p:nvPr/>
        </p:nvSpPr>
        <p:spPr>
          <a:xfrm flipH="1">
            <a:off x="1413064" y="39976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23" name="Google Shape;2323;p184"/>
          <p:cNvSpPr txBox="1"/>
          <p:nvPr/>
        </p:nvSpPr>
        <p:spPr>
          <a:xfrm>
            <a:off x="216400" y="3777461"/>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324" name="Google Shape;2324;p184"/>
          <p:cNvSpPr/>
          <p:nvPr/>
        </p:nvSpPr>
        <p:spPr>
          <a:xfrm>
            <a:off x="3552825" y="3406960"/>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325" name="Google Shape;2325;p184"/>
          <p:cNvSpPr/>
          <p:nvPr/>
        </p:nvSpPr>
        <p:spPr>
          <a:xfrm>
            <a:off x="557510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326" name="Google Shape;2326;p184"/>
          <p:cNvSpPr txBox="1"/>
          <p:nvPr/>
        </p:nvSpPr>
        <p:spPr>
          <a:xfrm>
            <a:off x="5575100" y="1286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27" name="Google Shape;2327;p184"/>
          <p:cNvCxnSpPr/>
          <p:nvPr/>
        </p:nvCxnSpPr>
        <p:spPr>
          <a:xfrm>
            <a:off x="5569849" y="1615849"/>
            <a:ext cx="2022300" cy="0"/>
          </a:xfrm>
          <a:prstGeom prst="straightConnector1">
            <a:avLst/>
          </a:prstGeom>
          <a:noFill/>
          <a:ln cap="flat" cmpd="sng" w="19050">
            <a:solidFill>
              <a:schemeClr val="dk1"/>
            </a:solidFill>
            <a:prstDash val="solid"/>
            <a:round/>
            <a:headEnd len="med" w="med" type="none"/>
            <a:tailEnd len="med" w="med" type="none"/>
          </a:ln>
        </p:spPr>
      </p:cxnSp>
      <p:sp>
        <p:nvSpPr>
          <p:cNvPr id="2328" name="Google Shape;2328;p184"/>
          <p:cNvSpPr/>
          <p:nvPr/>
        </p:nvSpPr>
        <p:spPr>
          <a:xfrm>
            <a:off x="5711300" y="1745375"/>
            <a:ext cx="1742100" cy="8490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329" name="Google Shape;2329;p184"/>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3%</a:t>
            </a:r>
            <a:endParaRPr b="1" sz="1700">
              <a:solidFill>
                <a:schemeClr val="lt1"/>
              </a:solidFill>
              <a:latin typeface="Inter Tight"/>
              <a:ea typeface="Inter Tight"/>
              <a:cs typeface="Inter Tight"/>
              <a:sym typeface="Inter Tight"/>
            </a:endParaRPr>
          </a:p>
        </p:txBody>
      </p:sp>
      <p:sp>
        <p:nvSpPr>
          <p:cNvPr id="2330" name="Google Shape;2330;p184"/>
          <p:cNvSpPr/>
          <p:nvPr/>
        </p:nvSpPr>
        <p:spPr>
          <a:xfrm>
            <a:off x="7810075" y="12868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31" name="Google Shape;2331;p184"/>
          <p:cNvSpPr/>
          <p:nvPr/>
        </p:nvSpPr>
        <p:spPr>
          <a:xfrm>
            <a:off x="7810850" y="4260050"/>
            <a:ext cx="459600" cy="5664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32" name="Google Shape;2332;p184"/>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33" name="Google Shape;2333;p184"/>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334" name="Google Shape;2334;p184"/>
          <p:cNvSpPr txBox="1"/>
          <p:nvPr/>
        </p:nvSpPr>
        <p:spPr>
          <a:xfrm>
            <a:off x="5415423" y="895632"/>
            <a:ext cx="23262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rgbClr val="FBFBFB"/>
                </a:solidFill>
                <a:latin typeface="Inter SemiBold"/>
                <a:ea typeface="Inter SemiBold"/>
                <a:cs typeface="Inter SemiBold"/>
                <a:sym typeface="Inter SemiBold"/>
              </a:rPr>
              <a:t>SUMMARIZED TWICE</a:t>
            </a:r>
            <a:endParaRPr sz="1550">
              <a:solidFill>
                <a:srgbClr val="FBFBFB"/>
              </a:solidFill>
              <a:latin typeface="Inter SemiBold"/>
              <a:ea typeface="Inter SemiBold"/>
              <a:cs typeface="Inter SemiBold"/>
              <a:sym typeface="Inter SemiBold"/>
            </a:endParaRPr>
          </a:p>
        </p:txBody>
      </p:sp>
      <p:sp>
        <p:nvSpPr>
          <p:cNvPr id="2335" name="Google Shape;2335;p184"/>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322"/>
                                        </p:tgtEl>
                                        <p:attrNameLst>
                                          <p:attrName>ppt_x</p:attrName>
                                        </p:attrNameLst>
                                      </p:cBhvr>
                                      <p:tavLst>
                                        <p:tav fmla="" tm="0">
                                          <p:val>
                                            <p:strVal val="#ppt_x"/>
                                          </p:val>
                                        </p:tav>
                                        <p:tav fmla="" tm="100000">
                                          <p:val>
                                            <p:strVal val="#ppt_x+1"/>
                                          </p:val>
                                        </p:tav>
                                      </p:tavLst>
                                    </p:anim>
                                    <p:set>
                                      <p:cBhvr>
                                        <p:cTn dur="1" fill="hold">
                                          <p:stCondLst>
                                            <p:cond delay="1000"/>
                                          </p:stCondLst>
                                        </p:cTn>
                                        <p:tgtEl>
                                          <p:spTgt spid="23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pic>
        <p:nvPicPr>
          <p:cNvPr id="2340" name="Google Shape;2340;p185"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341" name="Google Shape;2341;p185"/>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42" name="Google Shape;2342;p185"/>
          <p:cNvSpPr/>
          <p:nvPr/>
        </p:nvSpPr>
        <p:spPr>
          <a:xfrm>
            <a:off x="557510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343" name="Google Shape;2343;p185"/>
          <p:cNvSpPr txBox="1"/>
          <p:nvPr/>
        </p:nvSpPr>
        <p:spPr>
          <a:xfrm>
            <a:off x="5575100" y="1286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44" name="Google Shape;2344;p185"/>
          <p:cNvCxnSpPr/>
          <p:nvPr/>
        </p:nvCxnSpPr>
        <p:spPr>
          <a:xfrm>
            <a:off x="5569849" y="1615849"/>
            <a:ext cx="2022300" cy="0"/>
          </a:xfrm>
          <a:prstGeom prst="straightConnector1">
            <a:avLst/>
          </a:prstGeom>
          <a:noFill/>
          <a:ln cap="flat" cmpd="sng" w="19050">
            <a:solidFill>
              <a:schemeClr val="dk1"/>
            </a:solidFill>
            <a:prstDash val="solid"/>
            <a:round/>
            <a:headEnd len="med" w="med" type="none"/>
            <a:tailEnd len="med" w="med" type="none"/>
          </a:ln>
        </p:spPr>
      </p:cxnSp>
      <p:sp>
        <p:nvSpPr>
          <p:cNvPr id="2345" name="Google Shape;2345;p185"/>
          <p:cNvSpPr/>
          <p:nvPr/>
        </p:nvSpPr>
        <p:spPr>
          <a:xfrm>
            <a:off x="5711300" y="1745375"/>
            <a:ext cx="1742100" cy="8490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346" name="Google Shape;2346;p185"/>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4%</a:t>
            </a:r>
            <a:endParaRPr b="1" sz="1700">
              <a:solidFill>
                <a:schemeClr val="lt1"/>
              </a:solidFill>
              <a:latin typeface="Inter Tight"/>
              <a:ea typeface="Inter Tight"/>
              <a:cs typeface="Inter Tight"/>
              <a:sym typeface="Inter Tight"/>
            </a:endParaRPr>
          </a:p>
        </p:txBody>
      </p:sp>
      <p:sp>
        <p:nvSpPr>
          <p:cNvPr id="2347" name="Google Shape;2347;p185"/>
          <p:cNvSpPr/>
          <p:nvPr/>
        </p:nvSpPr>
        <p:spPr>
          <a:xfrm>
            <a:off x="7810075" y="12868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48" name="Google Shape;2348;p185"/>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49" name="Google Shape;2349;p185"/>
          <p:cNvSpPr/>
          <p:nvPr/>
        </p:nvSpPr>
        <p:spPr>
          <a:xfrm flipH="1">
            <a:off x="5659814" y="2772595"/>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50" name="Google Shape;2350;p185"/>
          <p:cNvSpPr/>
          <p:nvPr/>
        </p:nvSpPr>
        <p:spPr>
          <a:xfrm>
            <a:off x="7810850" y="4096625"/>
            <a:ext cx="459600" cy="7299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51" name="Google Shape;2351;p185"/>
          <p:cNvSpPr/>
          <p:nvPr/>
        </p:nvSpPr>
        <p:spPr>
          <a:xfrm>
            <a:off x="132835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352" name="Google Shape;2352;p185"/>
          <p:cNvCxnSpPr/>
          <p:nvPr/>
        </p:nvCxnSpPr>
        <p:spPr>
          <a:xfrm>
            <a:off x="1304331" y="3959323"/>
            <a:ext cx="2059500" cy="0"/>
          </a:xfrm>
          <a:prstGeom prst="straightConnector1">
            <a:avLst/>
          </a:prstGeom>
          <a:noFill/>
          <a:ln cap="flat" cmpd="sng" w="28575">
            <a:solidFill>
              <a:srgbClr val="895270"/>
            </a:solidFill>
            <a:prstDash val="dash"/>
            <a:round/>
            <a:headEnd len="med" w="med" type="none"/>
            <a:tailEnd len="med" w="med" type="none"/>
          </a:ln>
        </p:spPr>
      </p:cxnSp>
      <p:sp>
        <p:nvSpPr>
          <p:cNvPr id="2353" name="Google Shape;2353;p185"/>
          <p:cNvSpPr/>
          <p:nvPr/>
        </p:nvSpPr>
        <p:spPr>
          <a:xfrm flipH="1">
            <a:off x="1413064" y="3998212"/>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354" name="Google Shape;2354;p185"/>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sp>
        <p:nvSpPr>
          <p:cNvPr id="2355" name="Google Shape;2355;p185"/>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56" name="Google Shape;2356;p185"/>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357" name="Google Shape;2357;p185"/>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D7DEEA"/>
                </a:solidFill>
                <a:latin typeface="Inter Tight"/>
                <a:ea typeface="Inter Tight"/>
                <a:cs typeface="Inter Tight"/>
                <a:sym typeface="Inter Tight"/>
              </a:rPr>
              <a:t>Summary</a:t>
            </a:r>
            <a:endParaRPr b="1">
              <a:solidFill>
                <a:srgbClr val="D7DEEA"/>
              </a:solidFill>
              <a:latin typeface="Inter Tight"/>
              <a:ea typeface="Inter Tight"/>
              <a:cs typeface="Inter Tight"/>
              <a:sym typeface="Inter Tight"/>
            </a:endParaRPr>
          </a:p>
        </p:txBody>
      </p:sp>
      <p:sp>
        <p:nvSpPr>
          <p:cNvPr id="2358" name="Google Shape;2358;p185"/>
          <p:cNvSpPr/>
          <p:nvPr/>
        </p:nvSpPr>
        <p:spPr>
          <a:xfrm>
            <a:off x="2335269" y="22434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59" name="Google Shape;2359;p185"/>
          <p:cNvSpPr/>
          <p:nvPr/>
        </p:nvSpPr>
        <p:spPr>
          <a:xfrm flipH="1">
            <a:off x="1413064" y="25942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0" name="Google Shape;2360;p185"/>
          <p:cNvSpPr/>
          <p:nvPr/>
        </p:nvSpPr>
        <p:spPr>
          <a:xfrm>
            <a:off x="2335269" y="29451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1" name="Google Shape;2361;p185"/>
          <p:cNvSpPr/>
          <p:nvPr/>
        </p:nvSpPr>
        <p:spPr>
          <a:xfrm flipH="1">
            <a:off x="1413064" y="32959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2" name="Google Shape;2362;p185"/>
          <p:cNvSpPr/>
          <p:nvPr/>
        </p:nvSpPr>
        <p:spPr>
          <a:xfrm>
            <a:off x="2336544" y="36468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3" name="Google Shape;2363;p185"/>
          <p:cNvSpPr/>
          <p:nvPr/>
        </p:nvSpPr>
        <p:spPr>
          <a:xfrm flipH="1">
            <a:off x="1413064" y="3997693"/>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4" name="Google Shape;2364;p185"/>
          <p:cNvSpPr txBox="1"/>
          <p:nvPr/>
        </p:nvSpPr>
        <p:spPr>
          <a:xfrm>
            <a:off x="216400" y="3777461"/>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365" name="Google Shape;2365;p185"/>
          <p:cNvSpPr/>
          <p:nvPr/>
        </p:nvSpPr>
        <p:spPr>
          <a:xfrm>
            <a:off x="3552825" y="3406960"/>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366" name="Google Shape;2366;p185"/>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367" name="Google Shape;2367;p185"/>
          <p:cNvSpPr txBox="1"/>
          <p:nvPr/>
        </p:nvSpPr>
        <p:spPr>
          <a:xfrm>
            <a:off x="5415423" y="895632"/>
            <a:ext cx="23262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rgbClr val="FBFBFB"/>
                </a:solidFill>
                <a:latin typeface="Inter SemiBold"/>
                <a:ea typeface="Inter SemiBold"/>
                <a:cs typeface="Inter SemiBold"/>
                <a:sym typeface="Inter SemiBold"/>
              </a:rPr>
              <a:t>SUMMARIZED TWICE</a:t>
            </a:r>
            <a:endParaRPr sz="1550">
              <a:solidFill>
                <a:srgbClr val="FBFBFB"/>
              </a:solidFill>
              <a:latin typeface="Inter SemiBold"/>
              <a:ea typeface="Inter SemiBold"/>
              <a:cs typeface="Inter SemiBold"/>
              <a:sym typeface="Inter SemiBold"/>
            </a:endParaRPr>
          </a:p>
        </p:txBody>
      </p:sp>
      <p:sp>
        <p:nvSpPr>
          <p:cNvPr id="2368" name="Google Shape;2368;p185"/>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2" name="Shape 2372"/>
        <p:cNvGrpSpPr/>
        <p:nvPr/>
      </p:nvGrpSpPr>
      <p:grpSpPr>
        <a:xfrm>
          <a:off x="0" y="0"/>
          <a:ext cx="0" cy="0"/>
          <a:chOff x="0" y="0"/>
          <a:chExt cx="0" cy="0"/>
        </a:xfrm>
      </p:grpSpPr>
      <p:pic>
        <p:nvPicPr>
          <p:cNvPr id="2373" name="Google Shape;2373;p186"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374" name="Google Shape;2374;p186"/>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75" name="Google Shape;2375;p186"/>
          <p:cNvSpPr/>
          <p:nvPr/>
        </p:nvSpPr>
        <p:spPr>
          <a:xfrm>
            <a:off x="557510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376" name="Google Shape;2376;p186"/>
          <p:cNvSpPr txBox="1"/>
          <p:nvPr/>
        </p:nvSpPr>
        <p:spPr>
          <a:xfrm>
            <a:off x="5575100" y="1286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77" name="Google Shape;2377;p186"/>
          <p:cNvCxnSpPr/>
          <p:nvPr/>
        </p:nvCxnSpPr>
        <p:spPr>
          <a:xfrm>
            <a:off x="5569849" y="1615849"/>
            <a:ext cx="2022300" cy="0"/>
          </a:xfrm>
          <a:prstGeom prst="straightConnector1">
            <a:avLst/>
          </a:prstGeom>
          <a:noFill/>
          <a:ln cap="flat" cmpd="sng" w="19050">
            <a:solidFill>
              <a:schemeClr val="dk1"/>
            </a:solidFill>
            <a:prstDash val="solid"/>
            <a:round/>
            <a:headEnd len="med" w="med" type="none"/>
            <a:tailEnd len="med" w="med" type="none"/>
          </a:ln>
        </p:spPr>
      </p:cxnSp>
      <p:sp>
        <p:nvSpPr>
          <p:cNvPr id="2378" name="Google Shape;2378;p186"/>
          <p:cNvSpPr txBox="1"/>
          <p:nvPr/>
        </p:nvSpPr>
        <p:spPr>
          <a:xfrm>
            <a:off x="5415423" y="895632"/>
            <a:ext cx="23262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rgbClr val="FBFBFB"/>
                </a:solidFill>
                <a:latin typeface="Inter SemiBold"/>
                <a:ea typeface="Inter SemiBold"/>
                <a:cs typeface="Inter SemiBold"/>
                <a:sym typeface="Inter SemiBold"/>
              </a:rPr>
              <a:t>SUMMARIZED TWICE</a:t>
            </a:r>
            <a:endParaRPr sz="1550">
              <a:solidFill>
                <a:srgbClr val="FBFBFB"/>
              </a:solidFill>
              <a:latin typeface="Inter SemiBold"/>
              <a:ea typeface="Inter SemiBold"/>
              <a:cs typeface="Inter SemiBold"/>
              <a:sym typeface="Inter SemiBold"/>
            </a:endParaRPr>
          </a:p>
        </p:txBody>
      </p:sp>
      <p:sp>
        <p:nvSpPr>
          <p:cNvPr id="2379" name="Google Shape;2379;p186"/>
          <p:cNvSpPr/>
          <p:nvPr/>
        </p:nvSpPr>
        <p:spPr>
          <a:xfrm>
            <a:off x="5711300" y="1745375"/>
            <a:ext cx="1742100" cy="8490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380" name="Google Shape;2380;p186"/>
          <p:cNvSpPr txBox="1"/>
          <p:nvPr/>
        </p:nvSpPr>
        <p:spPr>
          <a:xfrm>
            <a:off x="7741350" y="855250"/>
            <a:ext cx="6570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Inter Tight"/>
                <a:ea typeface="Inter Tight"/>
                <a:cs typeface="Inter Tight"/>
                <a:sym typeface="Inter Tight"/>
              </a:rPr>
              <a:t>86%</a:t>
            </a:r>
            <a:endParaRPr b="1" sz="1500">
              <a:solidFill>
                <a:schemeClr val="lt1"/>
              </a:solidFill>
              <a:latin typeface="Inter Tight"/>
              <a:ea typeface="Inter Tight"/>
              <a:cs typeface="Inter Tight"/>
              <a:sym typeface="Inter Tight"/>
            </a:endParaRPr>
          </a:p>
        </p:txBody>
      </p:sp>
      <p:sp>
        <p:nvSpPr>
          <p:cNvPr id="2381" name="Google Shape;2381;p186"/>
          <p:cNvSpPr/>
          <p:nvPr/>
        </p:nvSpPr>
        <p:spPr>
          <a:xfrm>
            <a:off x="7810075" y="12868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2" name="Google Shape;2382;p186"/>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3" name="Google Shape;2383;p186"/>
          <p:cNvSpPr/>
          <p:nvPr/>
        </p:nvSpPr>
        <p:spPr>
          <a:xfrm flipH="1">
            <a:off x="5659814" y="2772595"/>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4" name="Google Shape;2384;p186"/>
          <p:cNvSpPr/>
          <p:nvPr/>
        </p:nvSpPr>
        <p:spPr>
          <a:xfrm>
            <a:off x="6582094" y="316503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5" name="Google Shape;2385;p186"/>
          <p:cNvSpPr/>
          <p:nvPr/>
        </p:nvSpPr>
        <p:spPr>
          <a:xfrm flipH="1">
            <a:off x="5659889" y="351586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6" name="Google Shape;2386;p186"/>
          <p:cNvSpPr/>
          <p:nvPr/>
        </p:nvSpPr>
        <p:spPr>
          <a:xfrm>
            <a:off x="6583369" y="386673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7" name="Google Shape;2387;p186"/>
          <p:cNvSpPr/>
          <p:nvPr/>
        </p:nvSpPr>
        <p:spPr>
          <a:xfrm>
            <a:off x="7805450" y="1774325"/>
            <a:ext cx="468000" cy="3053400"/>
          </a:xfrm>
          <a:prstGeom prst="rect">
            <a:avLst/>
          </a:prstGeom>
          <a:solidFill>
            <a:srgbClr val="C48CA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388" name="Google Shape;2388;p186"/>
          <p:cNvCxnSpPr/>
          <p:nvPr/>
        </p:nvCxnSpPr>
        <p:spPr>
          <a:xfrm>
            <a:off x="781007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2389" name="Google Shape;2389;p186"/>
          <p:cNvSpPr/>
          <p:nvPr/>
        </p:nvSpPr>
        <p:spPr>
          <a:xfrm>
            <a:off x="1323100" y="1330650"/>
            <a:ext cx="2014500" cy="3496800"/>
          </a:xfrm>
          <a:prstGeom prst="rect">
            <a:avLst/>
          </a:prstGeom>
          <a:solidFill>
            <a:srgbClr val="0A0D16"/>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390" name="Google Shape;2390;p186"/>
          <p:cNvCxnSpPr/>
          <p:nvPr/>
        </p:nvCxnSpPr>
        <p:spPr>
          <a:xfrm>
            <a:off x="1304331" y="3958250"/>
            <a:ext cx="2059500" cy="0"/>
          </a:xfrm>
          <a:prstGeom prst="straightConnector1">
            <a:avLst/>
          </a:prstGeom>
          <a:noFill/>
          <a:ln cap="flat" cmpd="sng" w="28575">
            <a:solidFill>
              <a:srgbClr val="161F34"/>
            </a:solidFill>
            <a:prstDash val="dash"/>
            <a:round/>
            <a:headEnd len="med" w="med" type="none"/>
            <a:tailEnd len="med" w="med" type="none"/>
          </a:ln>
        </p:spPr>
      </p:cxnSp>
      <p:sp>
        <p:nvSpPr>
          <p:cNvPr id="2391" name="Google Shape;2391;p186"/>
          <p:cNvSpPr txBox="1"/>
          <p:nvPr/>
        </p:nvSpPr>
        <p:spPr>
          <a:xfrm>
            <a:off x="216400" y="3767230"/>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161F34"/>
                </a:solidFill>
                <a:latin typeface="Inter Tight"/>
                <a:ea typeface="Inter Tight"/>
                <a:cs typeface="Inter Tight"/>
                <a:sym typeface="Inter Tight"/>
              </a:rPr>
              <a:t>Keep Cutoff</a:t>
            </a:r>
            <a:endParaRPr b="1" sz="1300">
              <a:solidFill>
                <a:srgbClr val="161F34"/>
              </a:solidFill>
              <a:latin typeface="Inter Tight"/>
              <a:ea typeface="Inter Tight"/>
              <a:cs typeface="Inter Tight"/>
              <a:sym typeface="Inter Tight"/>
            </a:endParaRPr>
          </a:p>
        </p:txBody>
      </p:sp>
      <p:sp>
        <p:nvSpPr>
          <p:cNvPr id="2392" name="Google Shape;2392;p186"/>
          <p:cNvSpPr/>
          <p:nvPr/>
        </p:nvSpPr>
        <p:spPr>
          <a:xfrm>
            <a:off x="3552825" y="3405888"/>
            <a:ext cx="1801800" cy="1070400"/>
          </a:xfrm>
          <a:prstGeom prst="rightArrow">
            <a:avLst>
              <a:gd fmla="val 50000" name="adj1"/>
              <a:gd fmla="val 50000" name="adj2"/>
            </a:avLst>
          </a:prstGeom>
          <a:solidFill>
            <a:srgbClr val="0A0D16"/>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161F34"/>
                </a:solidFill>
                <a:latin typeface="Inter Tight"/>
                <a:ea typeface="Inter Tight"/>
                <a:cs typeface="Inter Tight"/>
                <a:sym typeface="Inter Tight"/>
              </a:rPr>
              <a:t>Summarization</a:t>
            </a:r>
            <a:r>
              <a:rPr lang="en" sz="1300">
                <a:solidFill>
                  <a:srgbClr val="161F34"/>
                </a:solidFill>
                <a:latin typeface="Inter Tight"/>
                <a:ea typeface="Inter Tight"/>
                <a:cs typeface="Inter Tight"/>
                <a:sym typeface="Inter Tight"/>
              </a:rPr>
              <a:t> </a:t>
            </a:r>
            <a:endParaRPr sz="1300">
              <a:solidFill>
                <a:srgbClr val="161F34"/>
              </a:solidFill>
              <a:latin typeface="Inter Tight"/>
              <a:ea typeface="Inter Tight"/>
              <a:cs typeface="Inter Tight"/>
              <a:sym typeface="Inter Tight"/>
            </a:endParaRPr>
          </a:p>
          <a:p>
            <a:pPr indent="0" lvl="0" marL="0" rtl="0" algn="ctr">
              <a:spcBef>
                <a:spcPts val="0"/>
              </a:spcBef>
              <a:spcAft>
                <a:spcPts val="0"/>
              </a:spcAft>
              <a:buNone/>
            </a:pPr>
            <a:r>
              <a:rPr lang="en" sz="1100">
                <a:solidFill>
                  <a:srgbClr val="161F34"/>
                </a:solidFill>
                <a:latin typeface="Inter Tight"/>
                <a:ea typeface="Inter Tight"/>
                <a:cs typeface="Inter Tight"/>
                <a:sym typeface="Inter Tight"/>
              </a:rPr>
              <a:t>(middleware)</a:t>
            </a:r>
            <a:endParaRPr sz="1100">
              <a:solidFill>
                <a:srgbClr val="161F34"/>
              </a:solidFill>
              <a:latin typeface="Inter Tight"/>
              <a:ea typeface="Inter Tight"/>
              <a:cs typeface="Inter Tight"/>
              <a:sym typeface="Inter Tight"/>
            </a:endParaRPr>
          </a:p>
        </p:txBody>
      </p:sp>
      <p:cxnSp>
        <p:nvCxnSpPr>
          <p:cNvPr id="2393" name="Google Shape;2393;p186"/>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sp>
        <p:nvSpPr>
          <p:cNvPr id="2394" name="Google Shape;2394;p186"/>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2395" name="Google Shape;2395;p186"/>
          <p:cNvSpPr/>
          <p:nvPr/>
        </p:nvSpPr>
        <p:spPr>
          <a:xfrm>
            <a:off x="1464550" y="1788250"/>
            <a:ext cx="1742100" cy="300300"/>
          </a:xfrm>
          <a:prstGeom prst="roundRect">
            <a:avLst>
              <a:gd fmla="val 16667" name="adj"/>
            </a:avLst>
          </a:prstGeom>
          <a:solidFill>
            <a:srgbClr val="0A0D16"/>
          </a:solidFill>
          <a:ln cap="flat" cmpd="sng" w="19050">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161F34"/>
                </a:solidFill>
                <a:latin typeface="Inter Tight"/>
                <a:ea typeface="Inter Tight"/>
                <a:cs typeface="Inter Tight"/>
                <a:sym typeface="Inter Tight"/>
              </a:rPr>
              <a:t>Summary</a:t>
            </a:r>
            <a:endParaRPr b="1">
              <a:solidFill>
                <a:srgbClr val="161F34"/>
              </a:solidFill>
              <a:latin typeface="Inter Tight"/>
              <a:ea typeface="Inter Tight"/>
              <a:cs typeface="Inter Tight"/>
              <a:sym typeface="Inter Tight"/>
            </a:endParaRPr>
          </a:p>
        </p:txBody>
      </p:sp>
      <p:cxnSp>
        <p:nvCxnSpPr>
          <p:cNvPr id="2396" name="Google Shape;2396;p186"/>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397" name="Google Shape;2397;p186"/>
          <p:cNvSpPr/>
          <p:nvPr/>
        </p:nvSpPr>
        <p:spPr>
          <a:xfrm flipH="1">
            <a:off x="1413064" y="2594293"/>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398" name="Google Shape;2398;p186"/>
          <p:cNvSpPr/>
          <p:nvPr/>
        </p:nvSpPr>
        <p:spPr>
          <a:xfrm>
            <a:off x="2335269" y="2945158"/>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399" name="Google Shape;2399;p186"/>
          <p:cNvSpPr/>
          <p:nvPr/>
        </p:nvSpPr>
        <p:spPr>
          <a:xfrm flipH="1">
            <a:off x="1413064" y="3295993"/>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400" name="Google Shape;2400;p186"/>
          <p:cNvSpPr/>
          <p:nvPr/>
        </p:nvSpPr>
        <p:spPr>
          <a:xfrm>
            <a:off x="2336544" y="3646858"/>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401" name="Google Shape;2401;p186"/>
          <p:cNvSpPr/>
          <p:nvPr/>
        </p:nvSpPr>
        <p:spPr>
          <a:xfrm>
            <a:off x="2335269" y="2243458"/>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402" name="Google Shape;2402;p186"/>
          <p:cNvSpPr/>
          <p:nvPr/>
        </p:nvSpPr>
        <p:spPr>
          <a:xfrm flipH="1">
            <a:off x="1414350" y="4016223"/>
            <a:ext cx="922200" cy="214200"/>
          </a:xfrm>
          <a:prstGeom prst="wedgeRoundRectCallout">
            <a:avLst>
              <a:gd fmla="val 28573" name="adj1"/>
              <a:gd fmla="val 78128" name="adj2"/>
              <a:gd fmla="val 0" name="adj3"/>
            </a:avLst>
          </a:prstGeom>
          <a:solidFill>
            <a:srgbClr val="0A0D16"/>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403" name="Google Shape;2403;p186"/>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161F34"/>
                </a:solidFill>
                <a:latin typeface="Inter"/>
                <a:ea typeface="Inter"/>
                <a:cs typeface="Inter"/>
                <a:sym typeface="Inter"/>
              </a:rPr>
              <a:t>Context window</a:t>
            </a:r>
            <a:endParaRPr b="1" sz="1100">
              <a:solidFill>
                <a:srgbClr val="161F34"/>
              </a:solidFill>
              <a:latin typeface="Inter"/>
              <a:ea typeface="Inter"/>
              <a:cs typeface="Inter"/>
              <a:sym typeface="Inter"/>
            </a:endParaRPr>
          </a:p>
        </p:txBody>
      </p:sp>
      <p:cxnSp>
        <p:nvCxnSpPr>
          <p:cNvPr id="2404" name="Google Shape;2404;p186"/>
          <p:cNvCxnSpPr/>
          <p:nvPr/>
        </p:nvCxnSpPr>
        <p:spPr>
          <a:xfrm>
            <a:off x="1317849" y="1659699"/>
            <a:ext cx="2022300" cy="0"/>
          </a:xfrm>
          <a:prstGeom prst="straightConnector1">
            <a:avLst/>
          </a:prstGeom>
          <a:noFill/>
          <a:ln cap="flat" cmpd="sng" w="19050">
            <a:solidFill>
              <a:srgbClr val="0D1322"/>
            </a:solidFill>
            <a:prstDash val="solid"/>
            <a:round/>
            <a:headEnd len="med" w="med" type="none"/>
            <a:tailEnd len="med" w="med" type="none"/>
          </a:ln>
        </p:spPr>
      </p:cxnSp>
      <p:pic>
        <p:nvPicPr>
          <p:cNvPr id="2405" name="Google Shape;2405;p186"/>
          <p:cNvPicPr preferRelativeResize="0"/>
          <p:nvPr/>
        </p:nvPicPr>
        <p:blipFill>
          <a:blip r:embed="rId4">
            <a:alphaModFix/>
          </a:blip>
          <a:stretch>
            <a:fillRect/>
          </a:stretch>
        </p:blipFill>
        <p:spPr>
          <a:xfrm>
            <a:off x="1328350" y="1360068"/>
            <a:ext cx="3791223" cy="3436026"/>
          </a:xfrm>
          <a:prstGeom prst="rect">
            <a:avLst/>
          </a:prstGeom>
          <a:noFill/>
          <a:ln>
            <a:noFill/>
          </a:ln>
        </p:spPr>
      </p:pic>
      <p:sp>
        <p:nvSpPr>
          <p:cNvPr id="2406" name="Google Shape;2406;p186"/>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407" name="Google Shape;2407;p186"/>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1" name="Shape 2411"/>
        <p:cNvGrpSpPr/>
        <p:nvPr/>
      </p:nvGrpSpPr>
      <p:grpSpPr>
        <a:xfrm>
          <a:off x="0" y="0"/>
          <a:ext cx="0" cy="0"/>
          <a:chOff x="0" y="0"/>
          <a:chExt cx="0" cy="0"/>
        </a:xfrm>
      </p:grpSpPr>
      <p:graphicFrame>
        <p:nvGraphicFramePr>
          <p:cNvPr id="2412" name="Google Shape;2412;p187"/>
          <p:cNvGraphicFramePr/>
          <p:nvPr/>
        </p:nvGraphicFramePr>
        <p:xfrm>
          <a:off x="385900" y="1429375"/>
          <a:ext cx="3000000" cy="3000000"/>
        </p:xfrm>
        <a:graphic>
          <a:graphicData uri="http://schemas.openxmlformats.org/drawingml/2006/table">
            <a:tbl>
              <a:tblPr>
                <a:noFill/>
                <a:tableStyleId>{9B71062D-4E2A-4993-91A8-4627D3761283}</a:tableStyleId>
              </a:tblPr>
              <a:tblGrid>
                <a:gridCol w="3951500"/>
                <a:gridCol w="3951500"/>
              </a:tblGrid>
              <a:tr h="573250">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Offloading</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Summarization</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364375">
                <a:tc>
                  <a:txBody>
                    <a:bodyPr/>
                    <a:lstStyle/>
                    <a:p>
                      <a:pPr indent="0" lvl="0" marL="91440" rtl="0" algn="ctr">
                        <a:spcBef>
                          <a:spcPts val="0"/>
                        </a:spcBef>
                        <a:spcAft>
                          <a:spcPts val="0"/>
                        </a:spcAft>
                        <a:buNone/>
                      </a:pPr>
                      <a:r>
                        <a:t/>
                      </a:r>
                      <a:endParaRPr b="1" sz="1600">
                        <a:solidFill>
                          <a:srgbClr val="FBFBFB"/>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91440" rtl="0" algn="ctr">
                        <a:spcBef>
                          <a:spcPts val="0"/>
                        </a:spcBef>
                        <a:spcAft>
                          <a:spcPts val="0"/>
                        </a:spcAft>
                        <a:buNone/>
                      </a:pPr>
                      <a:r>
                        <a:t/>
                      </a:r>
                      <a:endParaRPr b="1" sz="16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2413" name="Google Shape;2413;p187"/>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Offloading vs. Summarization </a:t>
            </a:r>
            <a:endParaRPr>
              <a:solidFill>
                <a:srgbClr val="80C7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7" name="Shape 2417"/>
        <p:cNvGrpSpPr/>
        <p:nvPr/>
      </p:nvGrpSpPr>
      <p:grpSpPr>
        <a:xfrm>
          <a:off x="0" y="0"/>
          <a:ext cx="0" cy="0"/>
          <a:chOff x="0" y="0"/>
          <a:chExt cx="0" cy="0"/>
        </a:xfrm>
      </p:grpSpPr>
      <p:graphicFrame>
        <p:nvGraphicFramePr>
          <p:cNvPr id="2418" name="Google Shape;2418;p188"/>
          <p:cNvGraphicFramePr/>
          <p:nvPr/>
        </p:nvGraphicFramePr>
        <p:xfrm>
          <a:off x="385900" y="1429375"/>
          <a:ext cx="3000000" cy="3000000"/>
        </p:xfrm>
        <a:graphic>
          <a:graphicData uri="http://schemas.openxmlformats.org/drawingml/2006/table">
            <a:tbl>
              <a:tblPr>
                <a:noFill/>
                <a:tableStyleId>{9B71062D-4E2A-4993-91A8-4627D3761283}</a:tableStyleId>
              </a:tblPr>
              <a:tblGrid>
                <a:gridCol w="3951500"/>
                <a:gridCol w="3951500"/>
              </a:tblGrid>
              <a:tr h="573250">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Offloading</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2100">
                          <a:solidFill>
                            <a:srgbClr val="CDE8FF"/>
                          </a:solidFill>
                          <a:latin typeface="Inter Tight"/>
                          <a:ea typeface="Inter Tight"/>
                          <a:cs typeface="Inter Tight"/>
                          <a:sym typeface="Inter Tight"/>
                        </a:rPr>
                        <a:t>Summarization</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364375">
                <a:tc>
                  <a:txBody>
                    <a:bodyPr/>
                    <a:lstStyle/>
                    <a:p>
                      <a:pPr indent="0" lvl="0" marL="91440" rtl="0" algn="ctr">
                        <a:spcBef>
                          <a:spcPts val="0"/>
                        </a:spcBef>
                        <a:spcAft>
                          <a:spcPts val="0"/>
                        </a:spcAft>
                        <a:buNone/>
                      </a:pPr>
                      <a:r>
                        <a:rPr b="1" lang="en" sz="1600">
                          <a:solidFill>
                            <a:schemeClr val="lt1"/>
                          </a:solidFill>
                          <a:latin typeface="Inter Tight"/>
                          <a:ea typeface="Inter Tight"/>
                          <a:cs typeface="Inter Tight"/>
                          <a:sym typeface="Inter Tight"/>
                        </a:rPr>
                        <a:t>Intercepts input </a:t>
                      </a:r>
                      <a:r>
                        <a:rPr b="1" i="1" lang="en" sz="1600">
                          <a:solidFill>
                            <a:schemeClr val="lt1"/>
                          </a:solidFill>
                          <a:latin typeface="Inter Tight"/>
                          <a:ea typeface="Inter Tight"/>
                          <a:cs typeface="Inter Tight"/>
                          <a:sym typeface="Inter Tight"/>
                        </a:rPr>
                        <a:t>before</a:t>
                      </a:r>
                      <a:r>
                        <a:rPr b="1" lang="en" sz="1600">
                          <a:solidFill>
                            <a:schemeClr val="lt1"/>
                          </a:solidFill>
                          <a:latin typeface="Inter Tight"/>
                          <a:ea typeface="Inter Tight"/>
                          <a:cs typeface="Inter Tight"/>
                          <a:sym typeface="Inter Tight"/>
                        </a:rPr>
                        <a:t> they enter context</a:t>
                      </a:r>
                      <a:endParaRPr b="1" sz="1600">
                        <a:solidFill>
                          <a:srgbClr val="FBFBFB"/>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91440" rtl="0" algn="ctr">
                        <a:spcBef>
                          <a:spcPts val="0"/>
                        </a:spcBef>
                        <a:spcAft>
                          <a:spcPts val="0"/>
                        </a:spcAft>
                        <a:buNone/>
                      </a:pPr>
                      <a:r>
                        <a:t/>
                      </a:r>
                      <a:endParaRPr b="1" sz="16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2419" name="Google Shape;2419;p188"/>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Offloading vs. Summarization </a:t>
            </a:r>
            <a:endParaRPr>
              <a:solidFill>
                <a:srgbClr val="80C7F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3" name="Shape 2423"/>
        <p:cNvGrpSpPr/>
        <p:nvPr/>
      </p:nvGrpSpPr>
      <p:grpSpPr>
        <a:xfrm>
          <a:off x="0" y="0"/>
          <a:ext cx="0" cy="0"/>
          <a:chOff x="0" y="0"/>
          <a:chExt cx="0" cy="0"/>
        </a:xfrm>
      </p:grpSpPr>
      <p:graphicFrame>
        <p:nvGraphicFramePr>
          <p:cNvPr id="2424" name="Google Shape;2424;p189"/>
          <p:cNvGraphicFramePr/>
          <p:nvPr/>
        </p:nvGraphicFramePr>
        <p:xfrm>
          <a:off x="385900" y="1429375"/>
          <a:ext cx="3000000" cy="3000000"/>
        </p:xfrm>
        <a:graphic>
          <a:graphicData uri="http://schemas.openxmlformats.org/drawingml/2006/table">
            <a:tbl>
              <a:tblPr>
                <a:noFill/>
                <a:tableStyleId>{9B71062D-4E2A-4993-91A8-4627D3761283}</a:tableStyleId>
              </a:tblPr>
              <a:tblGrid>
                <a:gridCol w="3951500"/>
                <a:gridCol w="3951500"/>
              </a:tblGrid>
              <a:tr h="573250">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Offloading</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Summarization</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364375">
                <a:tc>
                  <a:txBody>
                    <a:bodyPr/>
                    <a:lstStyle/>
                    <a:p>
                      <a:pPr indent="0" lvl="0" marL="91440" rtl="0" algn="ctr">
                        <a:spcBef>
                          <a:spcPts val="0"/>
                        </a:spcBef>
                        <a:spcAft>
                          <a:spcPts val="0"/>
                        </a:spcAft>
                        <a:buClr>
                          <a:schemeClr val="dk1"/>
                        </a:buClr>
                        <a:buSzPts val="1100"/>
                        <a:buFont typeface="Arial"/>
                        <a:buNone/>
                      </a:pPr>
                      <a:r>
                        <a:rPr b="1" lang="en" sz="1600">
                          <a:solidFill>
                            <a:schemeClr val="lt1"/>
                          </a:solidFill>
                          <a:latin typeface="Inter Tight"/>
                          <a:ea typeface="Inter Tight"/>
                          <a:cs typeface="Inter Tight"/>
                          <a:sym typeface="Inter Tight"/>
                        </a:rPr>
                        <a:t>Intercepts input </a:t>
                      </a:r>
                      <a:r>
                        <a:rPr b="1" i="1" lang="en" sz="1600">
                          <a:solidFill>
                            <a:schemeClr val="lt1"/>
                          </a:solidFill>
                          <a:latin typeface="Inter Tight"/>
                          <a:ea typeface="Inter Tight"/>
                          <a:cs typeface="Inter Tight"/>
                          <a:sym typeface="Inter Tight"/>
                        </a:rPr>
                        <a:t>before</a:t>
                      </a:r>
                      <a:r>
                        <a:rPr b="1" lang="en" sz="1600">
                          <a:solidFill>
                            <a:schemeClr val="lt1"/>
                          </a:solidFill>
                          <a:latin typeface="Inter Tight"/>
                          <a:ea typeface="Inter Tight"/>
                          <a:cs typeface="Inter Tight"/>
                          <a:sym typeface="Inter Tight"/>
                        </a:rPr>
                        <a:t> they enter context</a:t>
                      </a:r>
                      <a:endParaRPr b="1" sz="1600">
                        <a:solidFill>
                          <a:srgbClr val="FBFBFB"/>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91440" rtl="0" algn="ctr">
                        <a:spcBef>
                          <a:spcPts val="0"/>
                        </a:spcBef>
                        <a:spcAft>
                          <a:spcPts val="0"/>
                        </a:spcAft>
                        <a:buNone/>
                      </a:pPr>
                      <a:r>
                        <a:rPr b="1" lang="en" sz="1600">
                          <a:solidFill>
                            <a:srgbClr val="FBFBFB"/>
                          </a:solidFill>
                          <a:latin typeface="Inter Tight"/>
                          <a:ea typeface="Inter Tight"/>
                          <a:cs typeface="Inter Tight"/>
                          <a:sym typeface="Inter Tight"/>
                        </a:rPr>
                        <a:t>Acts on content</a:t>
                      </a:r>
                      <a:r>
                        <a:rPr b="1" i="1" lang="en" sz="1600">
                          <a:solidFill>
                            <a:srgbClr val="FBFBFB"/>
                          </a:solidFill>
                          <a:latin typeface="Inter Tight"/>
                          <a:ea typeface="Inter Tight"/>
                          <a:cs typeface="Inter Tight"/>
                          <a:sym typeface="Inter Tight"/>
                        </a:rPr>
                        <a:t> already in</a:t>
                      </a:r>
                      <a:r>
                        <a:rPr b="1" lang="en" sz="1600">
                          <a:solidFill>
                            <a:srgbClr val="FBFBFB"/>
                          </a:solidFill>
                          <a:latin typeface="Inter Tight"/>
                          <a:ea typeface="Inter Tight"/>
                          <a:cs typeface="Inter Tight"/>
                          <a:sym typeface="Inter Tight"/>
                        </a:rPr>
                        <a:t> the context window</a:t>
                      </a:r>
                      <a:endParaRPr b="1" sz="1600">
                        <a:solidFill>
                          <a:schemeClr val="lt1"/>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2425" name="Google Shape;2425;p189"/>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Offloading vs. Summarization </a:t>
            </a:r>
            <a:endParaRPr>
              <a:solidFill>
                <a:srgbClr val="80C7F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9" name="Shape 2429"/>
        <p:cNvGrpSpPr/>
        <p:nvPr/>
      </p:nvGrpSpPr>
      <p:grpSpPr>
        <a:xfrm>
          <a:off x="0" y="0"/>
          <a:ext cx="0" cy="0"/>
          <a:chOff x="0" y="0"/>
          <a:chExt cx="0" cy="0"/>
        </a:xfrm>
      </p:grpSpPr>
      <p:sp>
        <p:nvSpPr>
          <p:cNvPr id="2430" name="Google Shape;2430;p190"/>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Offloading vs. Summarization</a:t>
            </a:r>
            <a:endParaRPr>
              <a:solidFill>
                <a:srgbClr val="80C7FF"/>
              </a:solidFill>
            </a:endParaRPr>
          </a:p>
        </p:txBody>
      </p:sp>
      <p:graphicFrame>
        <p:nvGraphicFramePr>
          <p:cNvPr id="2431" name="Google Shape;2431;p190"/>
          <p:cNvGraphicFramePr/>
          <p:nvPr/>
        </p:nvGraphicFramePr>
        <p:xfrm>
          <a:off x="385900" y="1429375"/>
          <a:ext cx="3000000" cy="3000000"/>
        </p:xfrm>
        <a:graphic>
          <a:graphicData uri="http://schemas.openxmlformats.org/drawingml/2006/table">
            <a:tbl>
              <a:tblPr>
                <a:noFill/>
                <a:tableStyleId>{9B71062D-4E2A-4993-91A8-4627D3761283}</a:tableStyleId>
              </a:tblPr>
              <a:tblGrid>
                <a:gridCol w="3951500"/>
                <a:gridCol w="3951500"/>
              </a:tblGrid>
              <a:tr h="570650">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Offloading</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Summarization</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723975">
                <a:tc>
                  <a:txBody>
                    <a:bodyPr/>
                    <a:lstStyle/>
                    <a:p>
                      <a:pPr indent="0" lvl="0" marL="91440" rtl="0" algn="ctr">
                        <a:spcBef>
                          <a:spcPts val="0"/>
                        </a:spcBef>
                        <a:spcAft>
                          <a:spcPts val="0"/>
                        </a:spcAft>
                        <a:buNone/>
                      </a:pPr>
                      <a:r>
                        <a:t/>
                      </a:r>
                      <a:endParaRPr b="1" sz="1600">
                        <a:solidFill>
                          <a:srgbClr val="FBFBFB"/>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91440" rtl="0" algn="ctr">
                        <a:spcBef>
                          <a:spcPts val="0"/>
                        </a:spcBef>
                        <a:spcAft>
                          <a:spcPts val="0"/>
                        </a:spcAft>
                        <a:buNone/>
                      </a:pPr>
                      <a:r>
                        <a:t/>
                      </a:r>
                      <a:endParaRPr b="1" sz="16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pic>
        <p:nvPicPr>
          <p:cNvPr id="2432" name="Google Shape;2432;p190" title="img_2827_360.jpg"/>
          <p:cNvPicPr preferRelativeResize="0"/>
          <p:nvPr/>
        </p:nvPicPr>
        <p:blipFill>
          <a:blip r:embed="rId3">
            <a:alphaModFix/>
          </a:blip>
          <a:stretch>
            <a:fillRect/>
          </a:stretch>
        </p:blipFill>
        <p:spPr>
          <a:xfrm>
            <a:off x="1423720" y="2092000"/>
            <a:ext cx="1851475" cy="2496375"/>
          </a:xfrm>
          <a:prstGeom prst="rect">
            <a:avLst/>
          </a:prstGeom>
          <a:noFill/>
          <a:ln>
            <a:noFill/>
          </a:ln>
        </p:spPr>
      </p:pic>
      <p:pic>
        <p:nvPicPr>
          <p:cNvPr id="2433" name="Google Shape;2433;p190"/>
          <p:cNvPicPr preferRelativeResize="0"/>
          <p:nvPr/>
        </p:nvPicPr>
        <p:blipFill>
          <a:blip r:embed="rId4">
            <a:alphaModFix/>
          </a:blip>
          <a:stretch>
            <a:fillRect/>
          </a:stretch>
        </p:blipFill>
        <p:spPr>
          <a:xfrm>
            <a:off x="5029975" y="2092000"/>
            <a:ext cx="2676490" cy="249637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7" name="Shape 2437"/>
        <p:cNvGrpSpPr/>
        <p:nvPr/>
      </p:nvGrpSpPr>
      <p:grpSpPr>
        <a:xfrm>
          <a:off x="0" y="0"/>
          <a:ext cx="0" cy="0"/>
          <a:chOff x="0" y="0"/>
          <a:chExt cx="0" cy="0"/>
        </a:xfrm>
      </p:grpSpPr>
      <p:sp>
        <p:nvSpPr>
          <p:cNvPr id="2438" name="Google Shape;2438;p191"/>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2439" name="Google Shape;2439;p191"/>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0" name="Google Shape;2440;p191"/>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2441" name="Google Shape;2441;p191"/>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2442" name="Google Shape;2442;p191"/>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3" name="Google Shape;2443;p191"/>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2444" name="Google Shape;2444;p191"/>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5" name="Google Shape;2445;p191"/>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2446" name="Google Shape;2446;p191"/>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7" name="Google Shape;2447;p191"/>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2448" name="Google Shape;2448;p191"/>
          <p:cNvSpPr/>
          <p:nvPr/>
        </p:nvSpPr>
        <p:spPr>
          <a:xfrm>
            <a:off x="367971" y="2905675"/>
            <a:ext cx="513000" cy="288000"/>
          </a:xfrm>
          <a:prstGeom prst="roundRect">
            <a:avLst>
              <a:gd fmla="val 12110" name="adj"/>
            </a:avLst>
          </a:prstGeom>
          <a:solidFill>
            <a:srgbClr val="161F34"/>
          </a:solidFill>
          <a:ln cap="flat" cmpd="sng" w="28575">
            <a:solidFill>
              <a:srgbClr val="FBFBFB"/>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9" name="Google Shape;2449;p191"/>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2450" name="Google Shape;2450;p191"/>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51" name="Google Shape;2451;p191"/>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2452" name="Google Shape;2452;p191"/>
          <p:cNvSpPr/>
          <p:nvPr/>
        </p:nvSpPr>
        <p:spPr>
          <a:xfrm>
            <a:off x="2909450" y="2905675"/>
            <a:ext cx="1182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53" name="Google Shape;2453;p191"/>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54" name="Google Shape;2454;p191"/>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2455" name="Google Shape;2455;p191"/>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2456" name="Google Shape;2456;p191"/>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2457" name="Google Shape;2457;p191"/>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2458" name="Google Shape;2458;p191"/>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2459" name="Google Shape;2459;p191"/>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2460" name="Google Shape;2460;p191"/>
          <p:cNvSpPr/>
          <p:nvPr/>
        </p:nvSpPr>
        <p:spPr>
          <a:xfrm>
            <a:off x="1728350"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61" name="Google Shape;2461;p191"/>
          <p:cNvSpPr/>
          <p:nvPr/>
        </p:nvSpPr>
        <p:spPr>
          <a:xfrm>
            <a:off x="4127025" y="2877625"/>
            <a:ext cx="1104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462" name="Google Shape;2462;p191"/>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2463" name="Google Shape;2463;p191"/>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64" name="Google Shape;2464;p191"/>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2465" name="Google Shape;2465;p191"/>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2466" name="Google Shape;2466;p191"/>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67" name="Google Shape;2467;p191"/>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2468" name="Google Shape;2468;p191"/>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69" name="Google Shape;2469;p191"/>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2470" name="Google Shape;2470;p191"/>
          <p:cNvSpPr/>
          <p:nvPr/>
        </p:nvSpPr>
        <p:spPr>
          <a:xfrm>
            <a:off x="200100" y="1320700"/>
            <a:ext cx="7917600" cy="158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471" name="Google Shape;2471;p191"/>
          <p:cNvSpPr txBox="1"/>
          <p:nvPr>
            <p:ph type="title"/>
          </p:nvPr>
        </p:nvSpPr>
        <p:spPr>
          <a:xfrm>
            <a:off x="2898844"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2472" name="Google Shape;2472;p191"/>
          <p:cNvSpPr txBox="1"/>
          <p:nvPr>
            <p:ph type="title"/>
          </p:nvPr>
        </p:nvSpPr>
        <p:spPr>
          <a:xfrm>
            <a:off x="1728339" y="2877625"/>
            <a:ext cx="1051200" cy="344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2473" name="Google Shape;2473;p191"/>
          <p:cNvSpPr/>
          <p:nvPr/>
        </p:nvSpPr>
        <p:spPr>
          <a:xfrm>
            <a:off x="957325" y="2877625"/>
            <a:ext cx="31698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7" name="Shape 2477"/>
        <p:cNvGrpSpPr/>
        <p:nvPr/>
      </p:nvGrpSpPr>
      <p:grpSpPr>
        <a:xfrm>
          <a:off x="0" y="0"/>
          <a:ext cx="0" cy="0"/>
          <a:chOff x="0" y="0"/>
          <a:chExt cx="0" cy="0"/>
        </a:xfrm>
      </p:grpSpPr>
      <p:sp>
        <p:nvSpPr>
          <p:cNvPr id="2478" name="Google Shape;2478;p192"/>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What is a skill</a:t>
            </a:r>
            <a:endParaRPr>
              <a:solidFill>
                <a:srgbClr val="80C7FF"/>
              </a:solidFill>
            </a:endParaRPr>
          </a:p>
        </p:txBody>
      </p:sp>
      <p:pic>
        <p:nvPicPr>
          <p:cNvPr id="2479" name="Google Shape;2479;p192" title="Screenshot 2026-10-05 at 5.20.27 PM.png"/>
          <p:cNvPicPr preferRelativeResize="0"/>
          <p:nvPr/>
        </p:nvPicPr>
        <p:blipFill>
          <a:blip r:embed="rId3">
            <a:alphaModFix/>
          </a:blip>
          <a:stretch>
            <a:fillRect/>
          </a:stretch>
        </p:blipFill>
        <p:spPr>
          <a:xfrm>
            <a:off x="284750" y="1015400"/>
            <a:ext cx="4779450" cy="3783051"/>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3" name="Shape 2483"/>
        <p:cNvGrpSpPr/>
        <p:nvPr/>
      </p:nvGrpSpPr>
      <p:grpSpPr>
        <a:xfrm>
          <a:off x="0" y="0"/>
          <a:ext cx="0" cy="0"/>
          <a:chOff x="0" y="0"/>
          <a:chExt cx="0" cy="0"/>
        </a:xfrm>
      </p:grpSpPr>
      <p:sp>
        <p:nvSpPr>
          <p:cNvPr id="2484" name="Google Shape;2484;p193"/>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2485" name="Google Shape;2485;p193"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grpSp>
        <p:nvGrpSpPr>
          <p:cNvPr id="2486" name="Google Shape;2486;p193"/>
          <p:cNvGrpSpPr/>
          <p:nvPr/>
        </p:nvGrpSpPr>
        <p:grpSpPr>
          <a:xfrm>
            <a:off x="4926675" y="1220740"/>
            <a:ext cx="3620689" cy="469200"/>
            <a:chOff x="4926675" y="1220740"/>
            <a:chExt cx="3620689" cy="469200"/>
          </a:xfrm>
        </p:grpSpPr>
        <p:sp>
          <p:nvSpPr>
            <p:cNvPr id="2487" name="Google Shape;2487;p193"/>
            <p:cNvSpPr txBox="1"/>
            <p:nvPr/>
          </p:nvSpPr>
          <p:spPr>
            <a:xfrm>
              <a:off x="6809764" y="1220740"/>
              <a:ext cx="1737600" cy="46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7A61A7"/>
                  </a:solidFill>
                  <a:latin typeface="Inter Tight"/>
                  <a:ea typeface="Inter Tight"/>
                  <a:cs typeface="Inter Tight"/>
                  <a:sym typeface="Inter Tight"/>
                </a:rPr>
                <a:t>Skills</a:t>
              </a:r>
              <a:endParaRPr b="1" sz="1500">
                <a:solidFill>
                  <a:srgbClr val="7A61A7"/>
                </a:solidFill>
                <a:latin typeface="Inter Tight"/>
                <a:ea typeface="Inter Tight"/>
                <a:cs typeface="Inter Tight"/>
                <a:sym typeface="Inter Tight"/>
              </a:endParaRPr>
            </a:p>
          </p:txBody>
        </p:sp>
        <p:sp>
          <p:nvSpPr>
            <p:cNvPr id="2488" name="Google Shape;2488;p193"/>
            <p:cNvSpPr/>
            <p:nvPr/>
          </p:nvSpPr>
          <p:spPr>
            <a:xfrm>
              <a:off x="4926675" y="1220743"/>
              <a:ext cx="2016600" cy="4326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2" name="Shape 2492"/>
        <p:cNvGrpSpPr/>
        <p:nvPr/>
      </p:nvGrpSpPr>
      <p:grpSpPr>
        <a:xfrm>
          <a:off x="0" y="0"/>
          <a:ext cx="0" cy="0"/>
          <a:chOff x="0" y="0"/>
          <a:chExt cx="0" cy="0"/>
        </a:xfrm>
      </p:grpSpPr>
      <p:sp>
        <p:nvSpPr>
          <p:cNvPr id="2493" name="Google Shape;2493;p194"/>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Progressive Disclosure</a:t>
            </a:r>
            <a:endParaRPr>
              <a:solidFill>
                <a:srgbClr val="80C7FF"/>
              </a:solidFill>
            </a:endParaRPr>
          </a:p>
        </p:txBody>
      </p:sp>
      <p:pic>
        <p:nvPicPr>
          <p:cNvPr id="2494" name="Google Shape;2494;p194" title="Screenshot 2026-10-05 at 5.14.33 PM.png"/>
          <p:cNvPicPr preferRelativeResize="0"/>
          <p:nvPr/>
        </p:nvPicPr>
        <p:blipFill>
          <a:blip r:embed="rId3">
            <a:alphaModFix/>
          </a:blip>
          <a:stretch>
            <a:fillRect/>
          </a:stretch>
        </p:blipFill>
        <p:spPr>
          <a:xfrm>
            <a:off x="446703" y="930494"/>
            <a:ext cx="4703311" cy="39797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8" name="Shape 2498"/>
        <p:cNvGrpSpPr/>
        <p:nvPr/>
      </p:nvGrpSpPr>
      <p:grpSpPr>
        <a:xfrm>
          <a:off x="0" y="0"/>
          <a:ext cx="0" cy="0"/>
          <a:chOff x="0" y="0"/>
          <a:chExt cx="0" cy="0"/>
        </a:xfrm>
      </p:grpSpPr>
      <p:sp>
        <p:nvSpPr>
          <p:cNvPr id="2499" name="Google Shape;2499;p195"/>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Progressive Disclosure</a:t>
            </a:r>
            <a:endParaRPr>
              <a:solidFill>
                <a:srgbClr val="80C7FF"/>
              </a:solidFill>
            </a:endParaRPr>
          </a:p>
        </p:txBody>
      </p:sp>
      <p:pic>
        <p:nvPicPr>
          <p:cNvPr id="2500" name="Google Shape;2500;p195" title="Screenshot 2026-10-05 at 5.13.09 PM.png"/>
          <p:cNvPicPr preferRelativeResize="0"/>
          <p:nvPr/>
        </p:nvPicPr>
        <p:blipFill>
          <a:blip r:embed="rId3">
            <a:alphaModFix/>
          </a:blip>
          <a:stretch>
            <a:fillRect/>
          </a:stretch>
        </p:blipFill>
        <p:spPr>
          <a:xfrm>
            <a:off x="1673779" y="930488"/>
            <a:ext cx="5796442" cy="3979737"/>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4" name="Shape 2504"/>
        <p:cNvGrpSpPr/>
        <p:nvPr/>
      </p:nvGrpSpPr>
      <p:grpSpPr>
        <a:xfrm>
          <a:off x="0" y="0"/>
          <a:ext cx="0" cy="0"/>
          <a:chOff x="0" y="0"/>
          <a:chExt cx="0" cy="0"/>
        </a:xfrm>
      </p:grpSpPr>
      <p:sp>
        <p:nvSpPr>
          <p:cNvPr id="2505" name="Google Shape;2505;p196"/>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2506" name="Google Shape;2506;p196"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2507" name="Google Shape;2507;p196"/>
          <p:cNvSpPr/>
          <p:nvPr/>
        </p:nvSpPr>
        <p:spPr>
          <a:xfrm>
            <a:off x="6670275" y="1976883"/>
            <a:ext cx="2016600" cy="11052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508" name="Google Shape;2508;p196"/>
          <p:cNvSpPr txBox="1"/>
          <p:nvPr/>
        </p:nvSpPr>
        <p:spPr>
          <a:xfrm>
            <a:off x="6809764" y="1220740"/>
            <a:ext cx="1737600" cy="46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7A61A7"/>
                </a:solidFill>
                <a:latin typeface="Inter Tight"/>
                <a:ea typeface="Inter Tight"/>
                <a:cs typeface="Inter Tight"/>
                <a:sym typeface="Inter Tight"/>
              </a:rPr>
              <a:t>Skills</a:t>
            </a:r>
            <a:endParaRPr b="1" sz="1500">
              <a:solidFill>
                <a:srgbClr val="7A61A7"/>
              </a:solidFill>
              <a:latin typeface="Inter Tight"/>
              <a:ea typeface="Inter Tight"/>
              <a:cs typeface="Inter Tight"/>
              <a:sym typeface="Inter Tight"/>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2" name="Shape 2512"/>
        <p:cNvGrpSpPr/>
        <p:nvPr/>
      </p:nvGrpSpPr>
      <p:grpSpPr>
        <a:xfrm>
          <a:off x="0" y="0"/>
          <a:ext cx="0" cy="0"/>
          <a:chOff x="0" y="0"/>
          <a:chExt cx="0" cy="0"/>
        </a:xfrm>
      </p:grpSpPr>
      <p:pic>
        <p:nvPicPr>
          <p:cNvPr id="2513" name="Google Shape;2513;p197" title="Screenshot 2026-10-05 at 5.13.09 PM.png"/>
          <p:cNvPicPr preferRelativeResize="0"/>
          <p:nvPr/>
        </p:nvPicPr>
        <p:blipFill rotWithShape="1">
          <a:blip r:embed="rId3">
            <a:alphaModFix/>
          </a:blip>
          <a:srcRect b="0" l="990" r="0" t="0"/>
          <a:stretch/>
        </p:blipFill>
        <p:spPr>
          <a:xfrm>
            <a:off x="1659936" y="952493"/>
            <a:ext cx="5824151" cy="4038601"/>
          </a:xfrm>
          <a:prstGeom prst="rect">
            <a:avLst/>
          </a:prstGeom>
          <a:noFill/>
          <a:ln>
            <a:noFill/>
          </a:ln>
        </p:spPr>
      </p:pic>
      <p:sp>
        <p:nvSpPr>
          <p:cNvPr id="2514" name="Google Shape;2514;p197"/>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Progressive Disclosure</a:t>
            </a:r>
            <a:endParaRPr>
              <a:solidFill>
                <a:srgbClr val="80C7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8" name="Shape 2518"/>
        <p:cNvGrpSpPr/>
        <p:nvPr/>
      </p:nvGrpSpPr>
      <p:grpSpPr>
        <a:xfrm>
          <a:off x="0" y="0"/>
          <a:ext cx="0" cy="0"/>
          <a:chOff x="0" y="0"/>
          <a:chExt cx="0" cy="0"/>
        </a:xfrm>
      </p:grpSpPr>
      <p:sp>
        <p:nvSpPr>
          <p:cNvPr id="2519" name="Google Shape;2519;p198"/>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Progressive Disclosure</a:t>
            </a:r>
            <a:endParaRPr>
              <a:solidFill>
                <a:srgbClr val="80C7FF"/>
              </a:solidFill>
            </a:endParaRPr>
          </a:p>
        </p:txBody>
      </p:sp>
      <p:pic>
        <p:nvPicPr>
          <p:cNvPr id="2520" name="Google Shape;2520;p198" title="Screenshot 2026-10-05 at 5.13.43 PM.png"/>
          <p:cNvPicPr preferRelativeResize="0"/>
          <p:nvPr/>
        </p:nvPicPr>
        <p:blipFill>
          <a:blip r:embed="rId3">
            <a:alphaModFix/>
          </a:blip>
          <a:stretch>
            <a:fillRect/>
          </a:stretch>
        </p:blipFill>
        <p:spPr>
          <a:xfrm>
            <a:off x="1610956" y="930500"/>
            <a:ext cx="5888525" cy="40247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4" name="Shape 2524"/>
        <p:cNvGrpSpPr/>
        <p:nvPr/>
      </p:nvGrpSpPr>
      <p:grpSpPr>
        <a:xfrm>
          <a:off x="0" y="0"/>
          <a:ext cx="0" cy="0"/>
          <a:chOff x="0" y="0"/>
          <a:chExt cx="0" cy="0"/>
        </a:xfrm>
      </p:grpSpPr>
      <p:sp>
        <p:nvSpPr>
          <p:cNvPr id="2525" name="Google Shape;2525;p199"/>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2526" name="Google Shape;2526;p199"/>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27" name="Google Shape;2527;p199"/>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2528" name="Google Shape;2528;p199"/>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2529" name="Google Shape;2529;p199"/>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0" name="Google Shape;2530;p199"/>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2531" name="Google Shape;2531;p199"/>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2" name="Google Shape;2532;p199"/>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2533" name="Google Shape;2533;p199"/>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4" name="Google Shape;2534;p199"/>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2535" name="Google Shape;2535;p199"/>
          <p:cNvSpPr/>
          <p:nvPr/>
        </p:nvSpPr>
        <p:spPr>
          <a:xfrm>
            <a:off x="367971" y="2905675"/>
            <a:ext cx="5130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6" name="Google Shape;2536;p199"/>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2537" name="Google Shape;2537;p199"/>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8" name="Google Shape;2538;p199"/>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2539" name="Google Shape;2539;p199"/>
          <p:cNvSpPr/>
          <p:nvPr/>
        </p:nvSpPr>
        <p:spPr>
          <a:xfrm>
            <a:off x="2905925" y="2905675"/>
            <a:ext cx="11856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40" name="Google Shape;2540;p199"/>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41" name="Google Shape;2541;p199"/>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2542" name="Google Shape;2542;p199"/>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2543" name="Google Shape;2543;p199"/>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2544" name="Google Shape;2544;p199"/>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2545" name="Google Shape;2545;p199"/>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2546" name="Google Shape;2546;p199"/>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2547" name="Google Shape;2547;p199"/>
          <p:cNvSpPr/>
          <p:nvPr/>
        </p:nvSpPr>
        <p:spPr>
          <a:xfrm>
            <a:off x="1728349" y="2905675"/>
            <a:ext cx="10293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48" name="Google Shape;2548;p199"/>
          <p:cNvSpPr/>
          <p:nvPr/>
        </p:nvSpPr>
        <p:spPr>
          <a:xfrm>
            <a:off x="4127025" y="2877625"/>
            <a:ext cx="1104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49" name="Google Shape;2549;p199"/>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2550" name="Google Shape;2550;p199"/>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51" name="Google Shape;2551;p199"/>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2552" name="Google Shape;2552;p199"/>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2553" name="Google Shape;2553;p199"/>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54" name="Google Shape;2554;p199"/>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2555" name="Google Shape;2555;p199"/>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56" name="Google Shape;2556;p199"/>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2557" name="Google Shape;2557;p199"/>
          <p:cNvSpPr/>
          <p:nvPr/>
        </p:nvSpPr>
        <p:spPr>
          <a:xfrm>
            <a:off x="200100" y="1320700"/>
            <a:ext cx="7917600" cy="158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58" name="Google Shape;2558;p199"/>
          <p:cNvSpPr/>
          <p:nvPr/>
        </p:nvSpPr>
        <p:spPr>
          <a:xfrm>
            <a:off x="922075" y="2877625"/>
            <a:ext cx="7842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59" name="Google Shape;2559;p199"/>
          <p:cNvSpPr txBox="1"/>
          <p:nvPr>
            <p:ph type="title"/>
          </p:nvPr>
        </p:nvSpPr>
        <p:spPr>
          <a:xfrm>
            <a:off x="2880909"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2560" name="Google Shape;2560;p199"/>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id="2565" name="Google Shape;2565;p200"/>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2566" name="Google Shape;2566;p200"/>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67" name="Google Shape;2567;p200"/>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2568" name="Google Shape;2568;p200"/>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2569" name="Google Shape;2569;p200"/>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0" name="Google Shape;2570;p200"/>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2571" name="Google Shape;2571;p200"/>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2" name="Google Shape;2572;p200"/>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2573" name="Google Shape;2573;p200"/>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4" name="Google Shape;2574;p200"/>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2575" name="Google Shape;2575;p200"/>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2576" name="Google Shape;2576;p200"/>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7" name="Google Shape;2577;p200"/>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2578" name="Google Shape;2578;p200"/>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9" name="Google Shape;2579;p200"/>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2580" name="Google Shape;2580;p200"/>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81" name="Google Shape;2581;p200"/>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2582" name="Google Shape;2582;p200"/>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83" name="Google Shape;2583;p200"/>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2584" name="Google Shape;2584;p200"/>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85" name="Google Shape;2585;p200"/>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2586" name="Google Shape;2586;p200"/>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sp>
        <p:nvSpPr>
          <p:cNvPr id="2587" name="Google Shape;2587;p200"/>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88" name="Google Shape;2588;p200"/>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2589" name="Google Shape;2589;p200"/>
          <p:cNvSpPr/>
          <p:nvPr/>
        </p:nvSpPr>
        <p:spPr>
          <a:xfrm>
            <a:off x="4938875" y="1792200"/>
            <a:ext cx="784200" cy="288000"/>
          </a:xfrm>
          <a:prstGeom prst="roundRect">
            <a:avLst>
              <a:gd fmla="val 12110" name="adj"/>
            </a:avLst>
          </a:prstGeom>
          <a:solidFill>
            <a:srgbClr val="B2DEFF"/>
          </a:solidFill>
          <a:ln cap="flat" cmpd="sng" w="28575">
            <a:solidFill>
              <a:srgbClr val="FBFBFB"/>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cxnSp>
        <p:nvCxnSpPr>
          <p:cNvPr id="2590" name="Google Shape;2590;p200"/>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2591" name="Google Shape;2591;p200"/>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2592" name="Google Shape;2592;p200"/>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2593" name="Google Shape;2593;p200"/>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2594" name="Google Shape;2594;p200"/>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2595" name="Google Shape;2595;p200"/>
          <p:cNvSpPr/>
          <p:nvPr/>
        </p:nvSpPr>
        <p:spPr>
          <a:xfrm>
            <a:off x="200100" y="1320700"/>
            <a:ext cx="3313800" cy="15849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96" name="Google Shape;2596;p200"/>
          <p:cNvSpPr/>
          <p:nvPr/>
        </p:nvSpPr>
        <p:spPr>
          <a:xfrm>
            <a:off x="200100" y="2902400"/>
            <a:ext cx="4997100" cy="7224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97" name="Google Shape;2597;p200"/>
          <p:cNvSpPr/>
          <p:nvPr/>
        </p:nvSpPr>
        <p:spPr>
          <a:xfrm>
            <a:off x="4091525" y="1784275"/>
            <a:ext cx="825300" cy="3441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98" name="Google Shape;2598;p200"/>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2599" name="Google Shape;2599;p200"/>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600" name="Google Shape;2600;p200"/>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2601" name="Google Shape;2601;p200"/>
          <p:cNvSpPr/>
          <p:nvPr/>
        </p:nvSpPr>
        <p:spPr>
          <a:xfrm>
            <a:off x="6363450" y="1420175"/>
            <a:ext cx="1433700" cy="7767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5" name="Shape 2605"/>
        <p:cNvGrpSpPr/>
        <p:nvPr/>
      </p:nvGrpSpPr>
      <p:grpSpPr>
        <a:xfrm>
          <a:off x="0" y="0"/>
          <a:ext cx="0" cy="0"/>
          <a:chOff x="0" y="0"/>
          <a:chExt cx="0" cy="0"/>
        </a:xfrm>
      </p:grpSpPr>
      <p:sp>
        <p:nvSpPr>
          <p:cNvPr id="2606" name="Google Shape;2606;p201"/>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07" name="Google Shape;2607;p201"/>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1" name="Shape 2611"/>
        <p:cNvGrpSpPr/>
        <p:nvPr/>
      </p:nvGrpSpPr>
      <p:grpSpPr>
        <a:xfrm>
          <a:off x="0" y="0"/>
          <a:ext cx="0" cy="0"/>
          <a:chOff x="0" y="0"/>
          <a:chExt cx="0" cy="0"/>
        </a:xfrm>
      </p:grpSpPr>
      <p:sp>
        <p:nvSpPr>
          <p:cNvPr id="2612" name="Google Shape;2612;p202"/>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13" name="Google Shape;2613;p202"/>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rgbClr val="FBFBFB"/>
                </a:solidFill>
                <a:latin typeface="IBM Plex Mono"/>
                <a:ea typeface="IBM Plex Mono"/>
                <a:cs typeface="IBM Plex Mono"/>
                <a:sym typeface="IBM Plex Mono"/>
              </a:rPr>
              <a:t>model</a:t>
            </a:r>
            <a:endParaRPr sz="1635">
              <a:solidFill>
                <a:srgbClr val="FBFBFB"/>
              </a:solidFill>
              <a:latin typeface="IBM Plex Mono"/>
              <a:ea typeface="IBM Plex Mono"/>
              <a:cs typeface="IBM Plex Mono"/>
              <a:sym typeface="IBM Plex Mono"/>
            </a:endParaRPr>
          </a:p>
        </p:txBody>
      </p:sp>
      <p:cxnSp>
        <p:nvCxnSpPr>
          <p:cNvPr id="2614" name="Google Shape;2614;p202"/>
          <p:cNvCxnSpPr>
            <a:stCxn id="2612"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sp>
        <p:nvSpPr>
          <p:cNvPr id="2615" name="Google Shape;2615;p202"/>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9" name="Shape 2619"/>
        <p:cNvGrpSpPr/>
        <p:nvPr/>
      </p:nvGrpSpPr>
      <p:grpSpPr>
        <a:xfrm>
          <a:off x="0" y="0"/>
          <a:ext cx="0" cy="0"/>
          <a:chOff x="0" y="0"/>
          <a:chExt cx="0" cy="0"/>
        </a:xfrm>
      </p:grpSpPr>
      <p:sp>
        <p:nvSpPr>
          <p:cNvPr id="2620" name="Google Shape;2620;p203"/>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21" name="Google Shape;2621;p203"/>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cxnSp>
        <p:nvCxnSpPr>
          <p:cNvPr id="2622" name="Google Shape;2622;p203"/>
          <p:cNvCxnSpPr>
            <a:stCxn id="2620"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sp>
        <p:nvSpPr>
          <p:cNvPr id="2623" name="Google Shape;2623;p203"/>
          <p:cNvSpPr txBox="1"/>
          <p:nvPr/>
        </p:nvSpPr>
        <p:spPr>
          <a:xfrm>
            <a:off x="5515050" y="1641705"/>
            <a:ext cx="875700" cy="5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895270"/>
                </a:solidFill>
                <a:latin typeface="IBM Plex Mono"/>
                <a:ea typeface="IBM Plex Mono"/>
                <a:cs typeface="IBM Plex Mono"/>
                <a:sym typeface="IBM Plex Mono"/>
              </a:rPr>
              <a:t>c</a:t>
            </a:r>
            <a:r>
              <a:rPr lang="en" sz="1200">
                <a:solidFill>
                  <a:srgbClr val="895270"/>
                </a:solidFill>
                <a:latin typeface="IBM Plex Mono"/>
                <a:ea typeface="IBM Plex Mono"/>
                <a:cs typeface="IBM Plex Mono"/>
                <a:sym typeface="IBM Plex Mono"/>
              </a:rPr>
              <a:t>ontext window</a:t>
            </a:r>
            <a:endParaRPr sz="1200">
              <a:solidFill>
                <a:srgbClr val="895270"/>
              </a:solidFill>
              <a:latin typeface="IBM Plex Mono"/>
              <a:ea typeface="IBM Plex Mono"/>
              <a:cs typeface="IBM Plex Mono"/>
              <a:sym typeface="IBM Plex Mono"/>
            </a:endParaRPr>
          </a:p>
        </p:txBody>
      </p:sp>
      <p:sp>
        <p:nvSpPr>
          <p:cNvPr id="2624" name="Google Shape;2624;p203"/>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625" name="Google Shape;2625;p203"/>
          <p:cNvSpPr/>
          <p:nvPr/>
        </p:nvSpPr>
        <p:spPr>
          <a:xfrm>
            <a:off x="3725750" y="1539130"/>
            <a:ext cx="1692600" cy="732600"/>
          </a:xfrm>
          <a:prstGeom prst="roundRect">
            <a:avLst>
              <a:gd fmla="val 16667" name="adj"/>
            </a:avLst>
          </a:prstGeom>
          <a:noFill/>
          <a:ln cap="flat" cmpd="sng" w="28575">
            <a:solidFill>
              <a:srgbClr val="89527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895270"/>
              </a:solidFill>
              <a:latin typeface="IBM Plex Mono"/>
              <a:ea typeface="IBM Plex Mono"/>
              <a:cs typeface="IBM Plex Mono"/>
              <a:sym typeface="IBM Plex Mon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9" name="Shape 2629"/>
        <p:cNvGrpSpPr/>
        <p:nvPr/>
      </p:nvGrpSpPr>
      <p:grpSpPr>
        <a:xfrm>
          <a:off x="0" y="0"/>
          <a:ext cx="0" cy="0"/>
          <a:chOff x="0" y="0"/>
          <a:chExt cx="0" cy="0"/>
        </a:xfrm>
      </p:grpSpPr>
      <p:sp>
        <p:nvSpPr>
          <p:cNvPr id="2630" name="Google Shape;2630;p204"/>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cxnSp>
        <p:nvCxnSpPr>
          <p:cNvPr id="2631" name="Google Shape;2631;p204"/>
          <p:cNvCxnSpPr>
            <a:stCxn id="2630"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cxnSp>
        <p:nvCxnSpPr>
          <p:cNvPr id="2632" name="Google Shape;2632;p204"/>
          <p:cNvCxnSpPr/>
          <p:nvPr/>
        </p:nvCxnSpPr>
        <p:spPr>
          <a:xfrm flipH="1">
            <a:off x="3628950" y="2350770"/>
            <a:ext cx="534600" cy="494100"/>
          </a:xfrm>
          <a:prstGeom prst="straightConnector1">
            <a:avLst/>
          </a:prstGeom>
          <a:noFill/>
          <a:ln cap="flat" cmpd="sng" w="22250">
            <a:solidFill>
              <a:srgbClr val="CDE8FF"/>
            </a:solidFill>
            <a:prstDash val="solid"/>
            <a:round/>
            <a:headEnd len="med" w="med" type="none"/>
            <a:tailEnd len="med" w="med" type="triangle"/>
          </a:ln>
        </p:spPr>
      </p:cxnSp>
      <p:sp>
        <p:nvSpPr>
          <p:cNvPr id="2633" name="Google Shape;2633;p204"/>
          <p:cNvSpPr/>
          <p:nvPr/>
        </p:nvSpPr>
        <p:spPr>
          <a:xfrm>
            <a:off x="3060250" y="30312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cxnSp>
        <p:nvCxnSpPr>
          <p:cNvPr id="2634" name="Google Shape;2634;p204"/>
          <p:cNvCxnSpPr/>
          <p:nvPr/>
        </p:nvCxnSpPr>
        <p:spPr>
          <a:xfrm>
            <a:off x="5013150" y="2359170"/>
            <a:ext cx="501900" cy="485700"/>
          </a:xfrm>
          <a:prstGeom prst="straightConnector1">
            <a:avLst/>
          </a:prstGeom>
          <a:noFill/>
          <a:ln cap="flat" cmpd="sng" w="22250">
            <a:solidFill>
              <a:srgbClr val="CDE8FF"/>
            </a:solidFill>
            <a:prstDash val="solid"/>
            <a:round/>
            <a:headEnd len="med" w="med" type="none"/>
            <a:tailEnd len="med" w="med" type="triangle"/>
          </a:ln>
        </p:spPr>
      </p:cxnSp>
      <p:sp>
        <p:nvSpPr>
          <p:cNvPr id="2635" name="Google Shape;2635;p204"/>
          <p:cNvSpPr/>
          <p:nvPr/>
        </p:nvSpPr>
        <p:spPr>
          <a:xfrm>
            <a:off x="4905075" y="30396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36" name="Google Shape;2636;p204"/>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637" name="Google Shape;2637;p204"/>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sp>
        <p:nvSpPr>
          <p:cNvPr id="2638" name="Google Shape;2638;p204"/>
          <p:cNvSpPr txBox="1"/>
          <p:nvPr/>
        </p:nvSpPr>
        <p:spPr>
          <a:xfrm>
            <a:off x="5515050" y="1641705"/>
            <a:ext cx="875700" cy="5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895270"/>
                </a:solidFill>
                <a:latin typeface="IBM Plex Mono"/>
                <a:ea typeface="IBM Plex Mono"/>
                <a:cs typeface="IBM Plex Mono"/>
                <a:sym typeface="IBM Plex Mono"/>
              </a:rPr>
              <a:t>context window</a:t>
            </a:r>
            <a:endParaRPr sz="1200">
              <a:solidFill>
                <a:srgbClr val="895270"/>
              </a:solidFill>
              <a:latin typeface="IBM Plex Mono"/>
              <a:ea typeface="IBM Plex Mono"/>
              <a:cs typeface="IBM Plex Mono"/>
              <a:sym typeface="IBM Plex Mono"/>
            </a:endParaRPr>
          </a:p>
        </p:txBody>
      </p:sp>
      <p:sp>
        <p:nvSpPr>
          <p:cNvPr id="2639" name="Google Shape;2639;p204"/>
          <p:cNvSpPr/>
          <p:nvPr/>
        </p:nvSpPr>
        <p:spPr>
          <a:xfrm>
            <a:off x="3725750" y="1539130"/>
            <a:ext cx="1692600" cy="732600"/>
          </a:xfrm>
          <a:prstGeom prst="roundRect">
            <a:avLst>
              <a:gd fmla="val 16667" name="adj"/>
            </a:avLst>
          </a:prstGeom>
          <a:noFill/>
          <a:ln cap="flat" cmpd="sng" w="28575">
            <a:solidFill>
              <a:srgbClr val="89527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895270"/>
              </a:solidFill>
              <a:latin typeface="IBM Plex Mono"/>
              <a:ea typeface="IBM Plex Mono"/>
              <a:cs typeface="IBM Plex Mono"/>
              <a:sym typeface="IBM Plex Mon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3" name="Shape 2643"/>
        <p:cNvGrpSpPr/>
        <p:nvPr/>
      </p:nvGrpSpPr>
      <p:grpSpPr>
        <a:xfrm>
          <a:off x="0" y="0"/>
          <a:ext cx="0" cy="0"/>
          <a:chOff x="0" y="0"/>
          <a:chExt cx="0" cy="0"/>
        </a:xfrm>
      </p:grpSpPr>
      <p:sp>
        <p:nvSpPr>
          <p:cNvPr id="2644" name="Google Shape;2644;p205"/>
          <p:cNvSpPr txBox="1"/>
          <p:nvPr/>
        </p:nvSpPr>
        <p:spPr>
          <a:xfrm>
            <a:off x="6331811" y="2873375"/>
            <a:ext cx="1044000" cy="6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BB0A5"/>
                </a:solidFill>
                <a:latin typeface="IBM Plex Mono"/>
                <a:ea typeface="IBM Plex Mono"/>
                <a:cs typeface="IBM Plex Mono"/>
                <a:sym typeface="IBM Plex Mono"/>
              </a:rPr>
              <a:t>separate context window</a:t>
            </a:r>
            <a:endParaRPr sz="1200">
              <a:solidFill>
                <a:srgbClr val="FBB0A5"/>
              </a:solidFill>
              <a:latin typeface="IBM Plex Mono"/>
              <a:ea typeface="IBM Plex Mono"/>
              <a:cs typeface="IBM Plex Mono"/>
              <a:sym typeface="IBM Plex Mono"/>
            </a:endParaRPr>
          </a:p>
        </p:txBody>
      </p:sp>
      <p:sp>
        <p:nvSpPr>
          <p:cNvPr id="2645" name="Google Shape;2645;p205"/>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646" name="Google Shape;2646;p205"/>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cxnSp>
        <p:nvCxnSpPr>
          <p:cNvPr id="2647" name="Google Shape;2647;p205"/>
          <p:cNvCxnSpPr>
            <a:stCxn id="2646"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cxnSp>
        <p:nvCxnSpPr>
          <p:cNvPr id="2648" name="Google Shape;2648;p205"/>
          <p:cNvCxnSpPr/>
          <p:nvPr/>
        </p:nvCxnSpPr>
        <p:spPr>
          <a:xfrm flipH="1">
            <a:off x="3628950" y="2350770"/>
            <a:ext cx="534600" cy="494100"/>
          </a:xfrm>
          <a:prstGeom prst="straightConnector1">
            <a:avLst/>
          </a:prstGeom>
          <a:noFill/>
          <a:ln cap="flat" cmpd="sng" w="22250">
            <a:solidFill>
              <a:srgbClr val="CDE8FF"/>
            </a:solidFill>
            <a:prstDash val="solid"/>
            <a:round/>
            <a:headEnd len="med" w="med" type="none"/>
            <a:tailEnd len="med" w="med" type="triangle"/>
          </a:ln>
        </p:spPr>
      </p:cxnSp>
      <p:cxnSp>
        <p:nvCxnSpPr>
          <p:cNvPr id="2649" name="Google Shape;2649;p205"/>
          <p:cNvCxnSpPr/>
          <p:nvPr/>
        </p:nvCxnSpPr>
        <p:spPr>
          <a:xfrm>
            <a:off x="5013150" y="2359170"/>
            <a:ext cx="501900" cy="485700"/>
          </a:xfrm>
          <a:prstGeom prst="straightConnector1">
            <a:avLst/>
          </a:prstGeom>
          <a:noFill/>
          <a:ln cap="flat" cmpd="sng" w="22250">
            <a:solidFill>
              <a:srgbClr val="CDE8FF"/>
            </a:solidFill>
            <a:prstDash val="solid"/>
            <a:round/>
            <a:headEnd len="med" w="med" type="none"/>
            <a:tailEnd len="med" w="med" type="triangle"/>
          </a:ln>
        </p:spPr>
      </p:cxnSp>
      <p:sp>
        <p:nvSpPr>
          <p:cNvPr id="2650" name="Google Shape;2650;p205"/>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sp>
        <p:nvSpPr>
          <p:cNvPr id="2651" name="Google Shape;2651;p205"/>
          <p:cNvSpPr txBox="1"/>
          <p:nvPr/>
        </p:nvSpPr>
        <p:spPr>
          <a:xfrm>
            <a:off x="5515050" y="1641705"/>
            <a:ext cx="875700" cy="5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895270"/>
                </a:solidFill>
                <a:latin typeface="IBM Plex Mono"/>
                <a:ea typeface="IBM Plex Mono"/>
                <a:cs typeface="IBM Plex Mono"/>
                <a:sym typeface="IBM Plex Mono"/>
              </a:rPr>
              <a:t>context window</a:t>
            </a:r>
            <a:endParaRPr sz="1200">
              <a:solidFill>
                <a:srgbClr val="895270"/>
              </a:solidFill>
              <a:latin typeface="IBM Plex Mono"/>
              <a:ea typeface="IBM Plex Mono"/>
              <a:cs typeface="IBM Plex Mono"/>
              <a:sym typeface="IBM Plex Mono"/>
            </a:endParaRPr>
          </a:p>
        </p:txBody>
      </p:sp>
      <p:sp>
        <p:nvSpPr>
          <p:cNvPr id="2652" name="Google Shape;2652;p205"/>
          <p:cNvSpPr/>
          <p:nvPr/>
        </p:nvSpPr>
        <p:spPr>
          <a:xfrm>
            <a:off x="3725750" y="1539130"/>
            <a:ext cx="1692600" cy="732600"/>
          </a:xfrm>
          <a:prstGeom prst="roundRect">
            <a:avLst>
              <a:gd fmla="val 16667" name="adj"/>
            </a:avLst>
          </a:prstGeom>
          <a:noFill/>
          <a:ln cap="flat" cmpd="sng" w="28575">
            <a:solidFill>
              <a:srgbClr val="89527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895270"/>
              </a:solidFill>
              <a:latin typeface="IBM Plex Mono"/>
              <a:ea typeface="IBM Plex Mono"/>
              <a:cs typeface="IBM Plex Mono"/>
              <a:sym typeface="IBM Plex Mono"/>
            </a:endParaRPr>
          </a:p>
        </p:txBody>
      </p:sp>
      <p:sp>
        <p:nvSpPr>
          <p:cNvPr id="2653" name="Google Shape;2653;p205"/>
          <p:cNvSpPr/>
          <p:nvPr/>
        </p:nvSpPr>
        <p:spPr>
          <a:xfrm>
            <a:off x="2938750" y="2932345"/>
            <a:ext cx="1446900" cy="624000"/>
          </a:xfrm>
          <a:prstGeom prst="roundRect">
            <a:avLst>
              <a:gd fmla="val 16667" name="adj"/>
            </a:avLst>
          </a:prstGeom>
          <a:noFill/>
          <a:ln cap="flat" cmpd="sng" w="28575">
            <a:solidFill>
              <a:srgbClr val="FBB0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54" name="Google Shape;2654;p205"/>
          <p:cNvSpPr/>
          <p:nvPr/>
        </p:nvSpPr>
        <p:spPr>
          <a:xfrm>
            <a:off x="4783575" y="2932320"/>
            <a:ext cx="1446900" cy="624000"/>
          </a:xfrm>
          <a:prstGeom prst="roundRect">
            <a:avLst>
              <a:gd fmla="val 16667" name="adj"/>
            </a:avLst>
          </a:prstGeom>
          <a:noFill/>
          <a:ln cap="flat" cmpd="sng" w="28575">
            <a:solidFill>
              <a:srgbClr val="FBB0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55" name="Google Shape;2655;p205"/>
          <p:cNvSpPr/>
          <p:nvPr/>
        </p:nvSpPr>
        <p:spPr>
          <a:xfrm>
            <a:off x="3060250" y="30312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56" name="Google Shape;2656;p205"/>
          <p:cNvSpPr/>
          <p:nvPr/>
        </p:nvSpPr>
        <p:spPr>
          <a:xfrm>
            <a:off x="4905075" y="30396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0" name="Shape 2660"/>
        <p:cNvGrpSpPr/>
        <p:nvPr/>
      </p:nvGrpSpPr>
      <p:grpSpPr>
        <a:xfrm>
          <a:off x="0" y="0"/>
          <a:ext cx="0" cy="0"/>
          <a:chOff x="0" y="0"/>
          <a:chExt cx="0" cy="0"/>
        </a:xfrm>
      </p:grpSpPr>
      <p:sp>
        <p:nvSpPr>
          <p:cNvPr id="2661" name="Google Shape;2661;p206"/>
          <p:cNvSpPr/>
          <p:nvPr/>
        </p:nvSpPr>
        <p:spPr>
          <a:xfrm>
            <a:off x="2938750" y="2932345"/>
            <a:ext cx="1446900" cy="624000"/>
          </a:xfrm>
          <a:prstGeom prst="roundRect">
            <a:avLst>
              <a:gd fmla="val 16667" name="adj"/>
            </a:avLst>
          </a:prstGeom>
          <a:noFill/>
          <a:ln cap="flat" cmpd="sng" w="28575">
            <a:solidFill>
              <a:srgbClr val="FBB0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62" name="Google Shape;2662;p206"/>
          <p:cNvSpPr/>
          <p:nvPr/>
        </p:nvSpPr>
        <p:spPr>
          <a:xfrm>
            <a:off x="4783575" y="2932320"/>
            <a:ext cx="1446900" cy="624000"/>
          </a:xfrm>
          <a:prstGeom prst="roundRect">
            <a:avLst>
              <a:gd fmla="val 16667" name="adj"/>
            </a:avLst>
          </a:prstGeom>
          <a:noFill/>
          <a:ln cap="flat" cmpd="sng" w="28575">
            <a:solidFill>
              <a:srgbClr val="FBB0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63" name="Google Shape;2663;p206"/>
          <p:cNvSpPr/>
          <p:nvPr/>
        </p:nvSpPr>
        <p:spPr>
          <a:xfrm>
            <a:off x="3725750" y="1539130"/>
            <a:ext cx="1692600" cy="732600"/>
          </a:xfrm>
          <a:prstGeom prst="roundRect">
            <a:avLst>
              <a:gd fmla="val 16667" name="adj"/>
            </a:avLst>
          </a:prstGeom>
          <a:noFill/>
          <a:ln cap="flat" cmpd="sng" w="28575">
            <a:solidFill>
              <a:srgbClr val="89527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64" name="Google Shape;2664;p206"/>
          <p:cNvSpPr/>
          <p:nvPr/>
        </p:nvSpPr>
        <p:spPr>
          <a:xfrm>
            <a:off x="3060250" y="30312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65" name="Google Shape;2665;p206"/>
          <p:cNvSpPr/>
          <p:nvPr/>
        </p:nvSpPr>
        <p:spPr>
          <a:xfrm>
            <a:off x="4905075" y="30396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66" name="Google Shape;2666;p206"/>
          <p:cNvSpPr txBox="1"/>
          <p:nvPr/>
        </p:nvSpPr>
        <p:spPr>
          <a:xfrm>
            <a:off x="6331811" y="2873375"/>
            <a:ext cx="1044000" cy="6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BB0A5"/>
                </a:solidFill>
                <a:latin typeface="IBM Plex Mono"/>
                <a:ea typeface="IBM Plex Mono"/>
                <a:cs typeface="IBM Plex Mono"/>
                <a:sym typeface="IBM Plex Mono"/>
              </a:rPr>
              <a:t>separate context window</a:t>
            </a:r>
            <a:endParaRPr sz="1200">
              <a:solidFill>
                <a:srgbClr val="FBB0A5"/>
              </a:solidFill>
              <a:latin typeface="IBM Plex Mono"/>
              <a:ea typeface="IBM Plex Mono"/>
              <a:cs typeface="IBM Plex Mono"/>
              <a:sym typeface="IBM Plex Mono"/>
            </a:endParaRPr>
          </a:p>
        </p:txBody>
      </p:sp>
      <p:sp>
        <p:nvSpPr>
          <p:cNvPr id="2667" name="Google Shape;2667;p206"/>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668" name="Google Shape;2668;p206"/>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cxnSp>
        <p:nvCxnSpPr>
          <p:cNvPr id="2669" name="Google Shape;2669;p206"/>
          <p:cNvCxnSpPr>
            <a:stCxn id="2668"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cxnSp>
        <p:nvCxnSpPr>
          <p:cNvPr id="2670" name="Google Shape;2670;p206"/>
          <p:cNvCxnSpPr/>
          <p:nvPr/>
        </p:nvCxnSpPr>
        <p:spPr>
          <a:xfrm flipH="1">
            <a:off x="3628950" y="2350770"/>
            <a:ext cx="534600" cy="494100"/>
          </a:xfrm>
          <a:prstGeom prst="straightConnector1">
            <a:avLst/>
          </a:prstGeom>
          <a:noFill/>
          <a:ln cap="flat" cmpd="sng" w="22250">
            <a:solidFill>
              <a:srgbClr val="CDE8FF"/>
            </a:solidFill>
            <a:prstDash val="solid"/>
            <a:round/>
            <a:headEnd len="med" w="med" type="none"/>
            <a:tailEnd len="med" w="med" type="triangle"/>
          </a:ln>
        </p:spPr>
      </p:cxnSp>
      <p:cxnSp>
        <p:nvCxnSpPr>
          <p:cNvPr id="2671" name="Google Shape;2671;p206"/>
          <p:cNvCxnSpPr/>
          <p:nvPr/>
        </p:nvCxnSpPr>
        <p:spPr>
          <a:xfrm>
            <a:off x="5013150" y="2359170"/>
            <a:ext cx="501900" cy="485700"/>
          </a:xfrm>
          <a:prstGeom prst="straightConnector1">
            <a:avLst/>
          </a:prstGeom>
          <a:noFill/>
          <a:ln cap="flat" cmpd="sng" w="22250">
            <a:solidFill>
              <a:srgbClr val="CDE8FF"/>
            </a:solidFill>
            <a:prstDash val="solid"/>
            <a:round/>
            <a:headEnd len="med" w="med" type="none"/>
            <a:tailEnd len="med" w="med" type="triangle"/>
          </a:ln>
        </p:spPr>
      </p:cxnSp>
      <p:sp>
        <p:nvSpPr>
          <p:cNvPr id="2672" name="Google Shape;2672;p206"/>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rgbClr val="FBFBFB"/>
                </a:solidFill>
                <a:latin typeface="IBM Plex Mono"/>
                <a:ea typeface="IBM Plex Mono"/>
                <a:cs typeface="IBM Plex Mono"/>
                <a:sym typeface="IBM Plex Mono"/>
              </a:rPr>
              <a:t>model</a:t>
            </a:r>
            <a:endParaRPr sz="1635">
              <a:solidFill>
                <a:srgbClr val="FBFBFB"/>
              </a:solidFill>
              <a:latin typeface="IBM Plex Mono"/>
              <a:ea typeface="IBM Plex Mono"/>
              <a:cs typeface="IBM Plex Mono"/>
              <a:sym typeface="IBM Plex Mono"/>
            </a:endParaRPr>
          </a:p>
        </p:txBody>
      </p:sp>
      <p:sp>
        <p:nvSpPr>
          <p:cNvPr id="2673" name="Google Shape;2673;p206"/>
          <p:cNvSpPr txBox="1"/>
          <p:nvPr/>
        </p:nvSpPr>
        <p:spPr>
          <a:xfrm>
            <a:off x="5515050" y="1641705"/>
            <a:ext cx="875700" cy="5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895270"/>
                </a:solidFill>
                <a:latin typeface="IBM Plex Mono"/>
                <a:ea typeface="IBM Plex Mono"/>
                <a:cs typeface="IBM Plex Mono"/>
                <a:sym typeface="IBM Plex Mono"/>
              </a:rPr>
              <a:t>context window</a:t>
            </a:r>
            <a:endParaRPr sz="1200">
              <a:solidFill>
                <a:srgbClr val="895270"/>
              </a:solidFill>
              <a:latin typeface="IBM Plex Mono"/>
              <a:ea typeface="IBM Plex Mono"/>
              <a:cs typeface="IBM Plex Mono"/>
              <a:sym typeface="IBM Plex Mono"/>
            </a:endParaRPr>
          </a:p>
        </p:txBody>
      </p:sp>
      <p:sp>
        <p:nvSpPr>
          <p:cNvPr id="2674" name="Google Shape;2674;p206"/>
          <p:cNvSpPr txBox="1"/>
          <p:nvPr/>
        </p:nvSpPr>
        <p:spPr>
          <a:xfrm>
            <a:off x="7106375" y="3043750"/>
            <a:ext cx="454800" cy="384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FBB0A5"/>
              </a:buClr>
              <a:buSzPts val="1200"/>
              <a:buFont typeface="IBM Plex Mono"/>
              <a:buChar char="+"/>
            </a:pPr>
            <a:r>
              <a:t/>
            </a:r>
            <a:endParaRPr sz="1200">
              <a:solidFill>
                <a:srgbClr val="9786FE"/>
              </a:solidFill>
              <a:latin typeface="IBM Plex Mono"/>
              <a:ea typeface="IBM Plex Mono"/>
              <a:cs typeface="IBM Plex Mono"/>
              <a:sym typeface="IBM Plex Mono"/>
            </a:endParaRPr>
          </a:p>
        </p:txBody>
      </p:sp>
      <p:sp>
        <p:nvSpPr>
          <p:cNvPr id="2675" name="Google Shape;2675;p206"/>
          <p:cNvSpPr txBox="1"/>
          <p:nvPr/>
        </p:nvSpPr>
        <p:spPr>
          <a:xfrm>
            <a:off x="7594721" y="2938835"/>
            <a:ext cx="976800" cy="5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BB0A5"/>
                </a:solidFill>
                <a:latin typeface="IBM Plex Mono"/>
                <a:ea typeface="IBM Plex Mono"/>
                <a:cs typeface="IBM Plex Mono"/>
                <a:sym typeface="IBM Plex Mono"/>
              </a:rPr>
              <a:t>separate tools</a:t>
            </a:r>
            <a:endParaRPr sz="1200">
              <a:solidFill>
                <a:srgbClr val="FBB0A5"/>
              </a:solidFill>
              <a:latin typeface="IBM Plex Mono"/>
              <a:ea typeface="IBM Plex Mono"/>
              <a:cs typeface="IBM Plex Mono"/>
              <a:sym typeface="IBM Plex Mon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9" name="Shape 2679"/>
        <p:cNvGrpSpPr/>
        <p:nvPr/>
      </p:nvGrpSpPr>
      <p:grpSpPr>
        <a:xfrm>
          <a:off x="0" y="0"/>
          <a:ext cx="0" cy="0"/>
          <a:chOff x="0" y="0"/>
          <a:chExt cx="0" cy="0"/>
        </a:xfrm>
      </p:grpSpPr>
      <p:sp>
        <p:nvSpPr>
          <p:cNvPr id="2680" name="Google Shape;2680;p207"/>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81" name="Google Shape;2681;p207"/>
          <p:cNvSpPr/>
          <p:nvPr/>
        </p:nvSpPr>
        <p:spPr>
          <a:xfrm>
            <a:off x="3848551" y="1490428"/>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rgbClr val="FBFBFB"/>
                </a:solidFill>
                <a:latin typeface="IBM Plex Mono"/>
                <a:ea typeface="IBM Plex Mono"/>
                <a:cs typeface="IBM Plex Mono"/>
                <a:sym typeface="IBM Plex Mono"/>
              </a:rPr>
              <a:t>model</a:t>
            </a:r>
            <a:endParaRPr sz="1635">
              <a:solidFill>
                <a:srgbClr val="FBFBFB"/>
              </a:solidFill>
              <a:latin typeface="IBM Plex Mono"/>
              <a:ea typeface="IBM Plex Mono"/>
              <a:cs typeface="IBM Plex Mono"/>
              <a:sym typeface="IBM Plex Mono"/>
            </a:endParaRPr>
          </a:p>
        </p:txBody>
      </p:sp>
      <p:cxnSp>
        <p:nvCxnSpPr>
          <p:cNvPr id="2682" name="Google Shape;2682;p207"/>
          <p:cNvCxnSpPr>
            <a:stCxn id="2680"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cxnSp>
        <p:nvCxnSpPr>
          <p:cNvPr id="2683" name="Google Shape;2683;p207"/>
          <p:cNvCxnSpPr/>
          <p:nvPr/>
        </p:nvCxnSpPr>
        <p:spPr>
          <a:xfrm flipH="1">
            <a:off x="3628950" y="1979420"/>
            <a:ext cx="534600" cy="494100"/>
          </a:xfrm>
          <a:prstGeom prst="straightConnector1">
            <a:avLst/>
          </a:prstGeom>
          <a:noFill/>
          <a:ln cap="flat" cmpd="sng" w="22250">
            <a:solidFill>
              <a:srgbClr val="CDE8FF"/>
            </a:solidFill>
            <a:prstDash val="solid"/>
            <a:round/>
            <a:headEnd len="med" w="med" type="none"/>
            <a:tailEnd len="med" w="med" type="triangle"/>
          </a:ln>
        </p:spPr>
      </p:cxnSp>
      <p:sp>
        <p:nvSpPr>
          <p:cNvPr id="2684" name="Google Shape;2684;p207"/>
          <p:cNvSpPr/>
          <p:nvPr/>
        </p:nvSpPr>
        <p:spPr>
          <a:xfrm>
            <a:off x="3047638" y="2473535"/>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cxnSp>
        <p:nvCxnSpPr>
          <p:cNvPr id="2685" name="Google Shape;2685;p207"/>
          <p:cNvCxnSpPr/>
          <p:nvPr/>
        </p:nvCxnSpPr>
        <p:spPr>
          <a:xfrm>
            <a:off x="5013150" y="1987820"/>
            <a:ext cx="501900" cy="485700"/>
          </a:xfrm>
          <a:prstGeom prst="straightConnector1">
            <a:avLst/>
          </a:prstGeom>
          <a:noFill/>
          <a:ln cap="flat" cmpd="sng" w="22250">
            <a:solidFill>
              <a:srgbClr val="CDE8FF"/>
            </a:solidFill>
            <a:prstDash val="solid"/>
            <a:round/>
            <a:headEnd len="med" w="med" type="none"/>
            <a:tailEnd len="med" w="med" type="triangle"/>
          </a:ln>
        </p:spPr>
      </p:cxnSp>
      <p:sp>
        <p:nvSpPr>
          <p:cNvPr id="2686" name="Google Shape;2686;p207"/>
          <p:cNvSpPr/>
          <p:nvPr/>
        </p:nvSpPr>
        <p:spPr>
          <a:xfrm>
            <a:off x="4892463" y="2481935"/>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87" name="Google Shape;2687;p207"/>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1" name="Shape 2691"/>
        <p:cNvGrpSpPr/>
        <p:nvPr/>
      </p:nvGrpSpPr>
      <p:grpSpPr>
        <a:xfrm>
          <a:off x="0" y="0"/>
          <a:ext cx="0" cy="0"/>
          <a:chOff x="0" y="0"/>
          <a:chExt cx="0" cy="0"/>
        </a:xfrm>
      </p:grpSpPr>
      <p:sp>
        <p:nvSpPr>
          <p:cNvPr id="2692" name="Google Shape;2692;p208"/>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93" name="Google Shape;2693;p208"/>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694" name="Google Shape;2694;p208"/>
          <p:cNvCxnSpPr>
            <a:stCxn id="2692"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695" name="Google Shape;2695;p208"/>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sp>
        <p:nvSpPr>
          <p:cNvPr id="2696" name="Google Shape;2696;p208"/>
          <p:cNvSpPr/>
          <p:nvPr/>
        </p:nvSpPr>
        <p:spPr>
          <a:xfrm>
            <a:off x="3047638" y="2473535"/>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cxnSp>
        <p:nvCxnSpPr>
          <p:cNvPr id="2697" name="Google Shape;2697;p208"/>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698" name="Google Shape;2698;p208"/>
          <p:cNvSpPr/>
          <p:nvPr/>
        </p:nvSpPr>
        <p:spPr>
          <a:xfrm>
            <a:off x="4892463" y="2481935"/>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99" name="Google Shape;2699;p208"/>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3" name="Shape 2703"/>
        <p:cNvGrpSpPr/>
        <p:nvPr/>
      </p:nvGrpSpPr>
      <p:grpSpPr>
        <a:xfrm>
          <a:off x="0" y="0"/>
          <a:ext cx="0" cy="0"/>
          <a:chOff x="0" y="0"/>
          <a:chExt cx="0" cy="0"/>
        </a:xfrm>
      </p:grpSpPr>
      <p:sp>
        <p:nvSpPr>
          <p:cNvPr id="2704" name="Google Shape;2704;p209"/>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05" name="Google Shape;2705;p209"/>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06" name="Google Shape;2706;p209"/>
          <p:cNvCxnSpPr>
            <a:stCxn id="2704"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07" name="Google Shape;2707;p209"/>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sp>
        <p:nvSpPr>
          <p:cNvPr id="2708" name="Google Shape;2708;p209"/>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a:t>
            </a:r>
            <a:r>
              <a:rPr lang="en" sz="1535">
                <a:solidFill>
                  <a:schemeClr val="lt1"/>
                </a:solidFill>
                <a:latin typeface="IBM Plex Mono"/>
                <a:ea typeface="IBM Plex Mono"/>
                <a:cs typeface="IBM Plex Mono"/>
                <a:sym typeface="IBM Plex Mono"/>
              </a:rPr>
              <a:t>ubagent A</a:t>
            </a:r>
            <a:endParaRPr sz="1535">
              <a:solidFill>
                <a:schemeClr val="lt1"/>
              </a:solidFill>
              <a:latin typeface="IBM Plex Mono"/>
              <a:ea typeface="IBM Plex Mono"/>
              <a:cs typeface="IBM Plex Mono"/>
              <a:sym typeface="IBM Plex Mono"/>
            </a:endParaRPr>
          </a:p>
        </p:txBody>
      </p:sp>
      <p:cxnSp>
        <p:nvCxnSpPr>
          <p:cNvPr id="2709" name="Google Shape;2709;p209"/>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10" name="Google Shape;2710;p209"/>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11" name="Google Shape;2711;p209"/>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5" name="Shape 2715"/>
        <p:cNvGrpSpPr/>
        <p:nvPr/>
      </p:nvGrpSpPr>
      <p:grpSpPr>
        <a:xfrm>
          <a:off x="0" y="0"/>
          <a:ext cx="0" cy="0"/>
          <a:chOff x="0" y="0"/>
          <a:chExt cx="0" cy="0"/>
        </a:xfrm>
      </p:grpSpPr>
      <p:sp>
        <p:nvSpPr>
          <p:cNvPr id="2716" name="Google Shape;2716;p210"/>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17" name="Google Shape;2717;p210"/>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18" name="Google Shape;2718;p210"/>
          <p:cNvCxnSpPr>
            <a:stCxn id="2716"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19" name="Google Shape;2719;p210"/>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sp>
        <p:nvSpPr>
          <p:cNvPr id="2720" name="Google Shape;2720;p210"/>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cxnSp>
        <p:nvCxnSpPr>
          <p:cNvPr id="2721" name="Google Shape;2721;p210"/>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22" name="Google Shape;2722;p210"/>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23" name="Google Shape;2723;p210"/>
          <p:cNvSpPr txBox="1"/>
          <p:nvPr/>
        </p:nvSpPr>
        <p:spPr>
          <a:xfrm>
            <a:off x="1157575" y="2428375"/>
            <a:ext cx="14469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BB0A5"/>
                </a:solidFill>
                <a:latin typeface="IBM Plex Mono"/>
                <a:ea typeface="IBM Plex Mono"/>
                <a:cs typeface="IBM Plex Mono"/>
                <a:sym typeface="IBM Plex Mono"/>
              </a:rPr>
              <a:t>Scrape web for articles</a:t>
            </a:r>
            <a:endParaRPr sz="1200">
              <a:solidFill>
                <a:srgbClr val="FBB0A5"/>
              </a:solidFill>
              <a:latin typeface="IBM Plex Mono"/>
              <a:ea typeface="IBM Plex Mono"/>
              <a:cs typeface="IBM Plex Mono"/>
              <a:sym typeface="IBM Plex Mono"/>
            </a:endParaRPr>
          </a:p>
        </p:txBody>
      </p:sp>
      <p:sp>
        <p:nvSpPr>
          <p:cNvPr id="2724" name="Google Shape;2724;p210"/>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8" name="Shape 2728"/>
        <p:cNvGrpSpPr/>
        <p:nvPr/>
      </p:nvGrpSpPr>
      <p:grpSpPr>
        <a:xfrm>
          <a:off x="0" y="0"/>
          <a:ext cx="0" cy="0"/>
          <a:chOff x="0" y="0"/>
          <a:chExt cx="0" cy="0"/>
        </a:xfrm>
      </p:grpSpPr>
      <p:sp>
        <p:nvSpPr>
          <p:cNvPr id="2729" name="Google Shape;2729;p211"/>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30" name="Google Shape;2730;p211"/>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31" name="Google Shape;2731;p211"/>
          <p:cNvCxnSpPr>
            <a:stCxn id="2729"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32" name="Google Shape;2732;p211"/>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sp>
        <p:nvSpPr>
          <p:cNvPr id="2733" name="Google Shape;2733;p211"/>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cxnSp>
        <p:nvCxnSpPr>
          <p:cNvPr id="2734" name="Google Shape;2734;p211"/>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35" name="Google Shape;2735;p211"/>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36" name="Google Shape;2736;p211"/>
          <p:cNvSpPr txBox="1"/>
          <p:nvPr/>
        </p:nvSpPr>
        <p:spPr>
          <a:xfrm>
            <a:off x="6490050" y="2428375"/>
            <a:ext cx="16692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BB0A5"/>
                </a:solidFill>
                <a:latin typeface="IBM Plex Mono"/>
                <a:ea typeface="IBM Plex Mono"/>
                <a:cs typeface="IBM Plex Mono"/>
                <a:sym typeface="IBM Plex Mono"/>
              </a:rPr>
              <a:t>Scrape video information</a:t>
            </a:r>
            <a:endParaRPr sz="1200">
              <a:solidFill>
                <a:srgbClr val="FBB0A5"/>
              </a:solidFill>
              <a:latin typeface="IBM Plex Mono"/>
              <a:ea typeface="IBM Plex Mono"/>
              <a:cs typeface="IBM Plex Mono"/>
              <a:sym typeface="IBM Plex Mono"/>
            </a:endParaRPr>
          </a:p>
        </p:txBody>
      </p:sp>
      <p:sp>
        <p:nvSpPr>
          <p:cNvPr id="2737" name="Google Shape;2737;p211"/>
          <p:cNvSpPr txBox="1"/>
          <p:nvPr/>
        </p:nvSpPr>
        <p:spPr>
          <a:xfrm>
            <a:off x="1157575" y="2428375"/>
            <a:ext cx="14469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BB0A5"/>
                </a:solidFill>
                <a:latin typeface="IBM Plex Mono"/>
                <a:ea typeface="IBM Plex Mono"/>
                <a:cs typeface="IBM Plex Mono"/>
                <a:sym typeface="IBM Plex Mono"/>
              </a:rPr>
              <a:t>Scrape web for articles</a:t>
            </a:r>
            <a:endParaRPr sz="1200">
              <a:solidFill>
                <a:srgbClr val="FBB0A5"/>
              </a:solidFill>
              <a:latin typeface="IBM Plex Mono"/>
              <a:ea typeface="IBM Plex Mono"/>
              <a:cs typeface="IBM Plex Mono"/>
              <a:sym typeface="IBM Plex Mono"/>
            </a:endParaRPr>
          </a:p>
        </p:txBody>
      </p:sp>
      <p:sp>
        <p:nvSpPr>
          <p:cNvPr id="2738" name="Google Shape;2738;p211"/>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2" name="Shape 2742"/>
        <p:cNvGrpSpPr/>
        <p:nvPr/>
      </p:nvGrpSpPr>
      <p:grpSpPr>
        <a:xfrm>
          <a:off x="0" y="0"/>
          <a:ext cx="0" cy="0"/>
          <a:chOff x="0" y="0"/>
          <a:chExt cx="0" cy="0"/>
        </a:xfrm>
      </p:grpSpPr>
      <p:sp>
        <p:nvSpPr>
          <p:cNvPr id="2743" name="Google Shape;2743;p212"/>
          <p:cNvSpPr/>
          <p:nvPr/>
        </p:nvSpPr>
        <p:spPr>
          <a:xfrm>
            <a:off x="177152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44" name="Google Shape;2744;p212"/>
          <p:cNvCxnSpPr>
            <a:stCxn id="2745" idx="1"/>
            <a:endCxn id="2743" idx="0"/>
          </p:cNvCxnSpPr>
          <p:nvPr/>
        </p:nvCxnSpPr>
        <p:spPr>
          <a:xfrm flipH="1">
            <a:off x="2210375" y="2695075"/>
            <a:ext cx="444900" cy="420300"/>
          </a:xfrm>
          <a:prstGeom prst="curvedConnector2">
            <a:avLst/>
          </a:prstGeom>
          <a:noFill/>
          <a:ln cap="flat" cmpd="sng" w="22250">
            <a:solidFill>
              <a:schemeClr val="dk1"/>
            </a:solidFill>
            <a:prstDash val="dash"/>
            <a:round/>
            <a:headEnd len="med" w="med" type="none"/>
            <a:tailEnd len="med" w="med" type="stealth"/>
          </a:ln>
        </p:spPr>
      </p:cxnSp>
      <p:sp>
        <p:nvSpPr>
          <p:cNvPr id="2746" name="Google Shape;2746;p212"/>
          <p:cNvSpPr/>
          <p:nvPr/>
        </p:nvSpPr>
        <p:spPr>
          <a:xfrm>
            <a:off x="642867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47" name="Google Shape;2747;p212"/>
          <p:cNvCxnSpPr>
            <a:stCxn id="2748" idx="3"/>
            <a:endCxn id="2746" idx="0"/>
          </p:cNvCxnSpPr>
          <p:nvPr/>
        </p:nvCxnSpPr>
        <p:spPr>
          <a:xfrm>
            <a:off x="6428525" y="2703475"/>
            <a:ext cx="438900" cy="411900"/>
          </a:xfrm>
          <a:prstGeom prst="curvedConnector2">
            <a:avLst/>
          </a:prstGeom>
          <a:noFill/>
          <a:ln cap="flat" cmpd="sng" w="22250">
            <a:solidFill>
              <a:schemeClr val="dk1"/>
            </a:solidFill>
            <a:prstDash val="dash"/>
            <a:round/>
            <a:headEnd len="med" w="med" type="none"/>
            <a:tailEnd len="med" w="med" type="stealth"/>
          </a:ln>
        </p:spPr>
      </p:cxnSp>
      <p:sp>
        <p:nvSpPr>
          <p:cNvPr id="2749" name="Google Shape;2749;p212"/>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50" name="Google Shape;2750;p212"/>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51" name="Google Shape;2751;p212"/>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52" name="Google Shape;2752;p212"/>
          <p:cNvCxnSpPr>
            <a:stCxn id="2750"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53" name="Google Shape;2753;p212"/>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754" name="Google Shape;2754;p212"/>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45" name="Google Shape;2745;p212"/>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748" name="Google Shape;2748;p212"/>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8" name="Shape 2758"/>
        <p:cNvGrpSpPr/>
        <p:nvPr/>
      </p:nvGrpSpPr>
      <p:grpSpPr>
        <a:xfrm>
          <a:off x="0" y="0"/>
          <a:ext cx="0" cy="0"/>
          <a:chOff x="0" y="0"/>
          <a:chExt cx="0" cy="0"/>
        </a:xfrm>
      </p:grpSpPr>
      <p:sp>
        <p:nvSpPr>
          <p:cNvPr id="2759" name="Google Shape;2759;p213"/>
          <p:cNvSpPr/>
          <p:nvPr/>
        </p:nvSpPr>
        <p:spPr>
          <a:xfrm>
            <a:off x="177152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60" name="Google Shape;2760;p213"/>
          <p:cNvCxnSpPr>
            <a:stCxn id="2761" idx="1"/>
            <a:endCxn id="2759" idx="0"/>
          </p:cNvCxnSpPr>
          <p:nvPr/>
        </p:nvCxnSpPr>
        <p:spPr>
          <a:xfrm flipH="1">
            <a:off x="2210375" y="2695075"/>
            <a:ext cx="444900" cy="420300"/>
          </a:xfrm>
          <a:prstGeom prst="curvedConnector2">
            <a:avLst/>
          </a:prstGeom>
          <a:noFill/>
          <a:ln cap="flat" cmpd="sng" w="22250">
            <a:solidFill>
              <a:schemeClr val="dk1"/>
            </a:solidFill>
            <a:prstDash val="dash"/>
            <a:round/>
            <a:headEnd len="med" w="med" type="none"/>
            <a:tailEnd len="med" w="med" type="stealth"/>
          </a:ln>
        </p:spPr>
      </p:cxnSp>
      <p:sp>
        <p:nvSpPr>
          <p:cNvPr id="2762" name="Google Shape;2762;p213"/>
          <p:cNvSpPr/>
          <p:nvPr/>
        </p:nvSpPr>
        <p:spPr>
          <a:xfrm>
            <a:off x="642867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63" name="Google Shape;2763;p213"/>
          <p:cNvCxnSpPr>
            <a:stCxn id="2764" idx="3"/>
            <a:endCxn id="2762" idx="0"/>
          </p:cNvCxnSpPr>
          <p:nvPr/>
        </p:nvCxnSpPr>
        <p:spPr>
          <a:xfrm>
            <a:off x="6428525" y="2703475"/>
            <a:ext cx="438900" cy="411900"/>
          </a:xfrm>
          <a:prstGeom prst="curvedConnector2">
            <a:avLst/>
          </a:prstGeom>
          <a:noFill/>
          <a:ln cap="flat" cmpd="sng" w="22250">
            <a:solidFill>
              <a:schemeClr val="dk1"/>
            </a:solidFill>
            <a:prstDash val="dash"/>
            <a:round/>
            <a:headEnd len="med" w="med" type="none"/>
            <a:tailEnd len="med" w="med" type="stealth"/>
          </a:ln>
        </p:spPr>
      </p:cxnSp>
      <p:sp>
        <p:nvSpPr>
          <p:cNvPr id="2765" name="Google Shape;2765;p213"/>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66" name="Google Shape;2766;p213"/>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67" name="Google Shape;2767;p213"/>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68" name="Google Shape;2768;p213"/>
          <p:cNvCxnSpPr>
            <a:stCxn id="2766"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69" name="Google Shape;2769;p213"/>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770" name="Google Shape;2770;p213"/>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61" name="Google Shape;2761;p213"/>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764" name="Google Shape;2764;p213"/>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cxnSp>
        <p:nvCxnSpPr>
          <p:cNvPr id="2771" name="Google Shape;2771;p213"/>
          <p:cNvCxnSpPr/>
          <p:nvPr/>
        </p:nvCxnSpPr>
        <p:spPr>
          <a:xfrm flipH="1" rot="10800000">
            <a:off x="2655263" y="2925035"/>
            <a:ext cx="602100" cy="402300"/>
          </a:xfrm>
          <a:prstGeom prst="curvedConnector2">
            <a:avLst/>
          </a:prstGeom>
          <a:noFill/>
          <a:ln cap="flat" cmpd="sng" w="22250">
            <a:solidFill>
              <a:schemeClr val="dk1"/>
            </a:solidFill>
            <a:prstDash val="dash"/>
            <a:round/>
            <a:headEnd len="med" w="med" type="none"/>
            <a:tailEnd len="med" w="med" type="stealth"/>
          </a:ln>
        </p:spPr>
      </p:cxnSp>
      <p:cxnSp>
        <p:nvCxnSpPr>
          <p:cNvPr id="2772" name="Google Shape;2772;p213"/>
          <p:cNvCxnSpPr/>
          <p:nvPr/>
        </p:nvCxnSpPr>
        <p:spPr>
          <a:xfrm rot="10800000">
            <a:off x="5826425" y="2925925"/>
            <a:ext cx="602100" cy="400500"/>
          </a:xfrm>
          <a:prstGeom prst="curvedConnector2">
            <a:avLst/>
          </a:prstGeom>
          <a:noFill/>
          <a:ln cap="flat" cmpd="sng" w="22250">
            <a:solidFill>
              <a:schemeClr val="dk1"/>
            </a:solidFill>
            <a:prstDash val="dash"/>
            <a:round/>
            <a:headEnd len="med" w="med" type="none"/>
            <a:tailEnd len="med" w="med" type="stealth"/>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6" name="Shape 2776"/>
        <p:cNvGrpSpPr/>
        <p:nvPr/>
      </p:nvGrpSpPr>
      <p:grpSpPr>
        <a:xfrm>
          <a:off x="0" y="0"/>
          <a:ext cx="0" cy="0"/>
          <a:chOff x="0" y="0"/>
          <a:chExt cx="0" cy="0"/>
        </a:xfrm>
      </p:grpSpPr>
      <p:sp>
        <p:nvSpPr>
          <p:cNvPr id="2777" name="Google Shape;2777;p214"/>
          <p:cNvSpPr/>
          <p:nvPr/>
        </p:nvSpPr>
        <p:spPr>
          <a:xfrm>
            <a:off x="177152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78" name="Google Shape;2778;p214"/>
          <p:cNvCxnSpPr>
            <a:stCxn id="2779" idx="1"/>
            <a:endCxn id="2777" idx="0"/>
          </p:cNvCxnSpPr>
          <p:nvPr/>
        </p:nvCxnSpPr>
        <p:spPr>
          <a:xfrm flipH="1">
            <a:off x="2210375" y="2695075"/>
            <a:ext cx="444900" cy="420300"/>
          </a:xfrm>
          <a:prstGeom prst="curvedConnector2">
            <a:avLst/>
          </a:prstGeom>
          <a:noFill/>
          <a:ln cap="flat" cmpd="sng" w="22250">
            <a:solidFill>
              <a:schemeClr val="dk1"/>
            </a:solidFill>
            <a:prstDash val="dot"/>
            <a:round/>
            <a:headEnd len="med" w="med" type="none"/>
            <a:tailEnd len="med" w="med" type="stealth"/>
          </a:ln>
        </p:spPr>
      </p:cxnSp>
      <p:sp>
        <p:nvSpPr>
          <p:cNvPr id="2780" name="Google Shape;2780;p214"/>
          <p:cNvSpPr/>
          <p:nvPr/>
        </p:nvSpPr>
        <p:spPr>
          <a:xfrm>
            <a:off x="642867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81" name="Google Shape;2781;p214"/>
          <p:cNvCxnSpPr>
            <a:stCxn id="2782" idx="3"/>
            <a:endCxn id="2780" idx="0"/>
          </p:cNvCxnSpPr>
          <p:nvPr/>
        </p:nvCxnSpPr>
        <p:spPr>
          <a:xfrm>
            <a:off x="6428525" y="2703475"/>
            <a:ext cx="438900" cy="411900"/>
          </a:xfrm>
          <a:prstGeom prst="curvedConnector2">
            <a:avLst/>
          </a:prstGeom>
          <a:noFill/>
          <a:ln cap="flat" cmpd="sng" w="22250">
            <a:solidFill>
              <a:schemeClr val="dk1"/>
            </a:solidFill>
            <a:prstDash val="dot"/>
            <a:round/>
            <a:headEnd len="med" w="med" type="none"/>
            <a:tailEnd len="med" w="med" type="stealth"/>
          </a:ln>
        </p:spPr>
      </p:cxnSp>
      <p:sp>
        <p:nvSpPr>
          <p:cNvPr id="2783" name="Google Shape;2783;p214"/>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84" name="Google Shape;2784;p214"/>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85" name="Google Shape;2785;p214"/>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86" name="Google Shape;2786;p214"/>
          <p:cNvCxnSpPr>
            <a:stCxn id="2784"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87" name="Google Shape;2787;p214"/>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788" name="Google Shape;2788;p214"/>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79" name="Google Shape;2779;p214"/>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782" name="Google Shape;2782;p214"/>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cxnSp>
        <p:nvCxnSpPr>
          <p:cNvPr id="2789" name="Google Shape;2789;p214"/>
          <p:cNvCxnSpPr/>
          <p:nvPr/>
        </p:nvCxnSpPr>
        <p:spPr>
          <a:xfrm flipH="1" rot="10800000">
            <a:off x="2655263" y="2925035"/>
            <a:ext cx="602100" cy="402300"/>
          </a:xfrm>
          <a:prstGeom prst="curvedConnector2">
            <a:avLst/>
          </a:prstGeom>
          <a:noFill/>
          <a:ln cap="flat" cmpd="sng" w="22250">
            <a:solidFill>
              <a:schemeClr val="dk1"/>
            </a:solidFill>
            <a:prstDash val="dot"/>
            <a:round/>
            <a:headEnd len="med" w="med" type="none"/>
            <a:tailEnd len="med" w="med" type="stealth"/>
          </a:ln>
        </p:spPr>
      </p:cxnSp>
      <p:cxnSp>
        <p:nvCxnSpPr>
          <p:cNvPr id="2790" name="Google Shape;2790;p214"/>
          <p:cNvCxnSpPr/>
          <p:nvPr/>
        </p:nvCxnSpPr>
        <p:spPr>
          <a:xfrm rot="10800000">
            <a:off x="5826425" y="2925925"/>
            <a:ext cx="602100" cy="400500"/>
          </a:xfrm>
          <a:prstGeom prst="curvedConnector2">
            <a:avLst/>
          </a:prstGeom>
          <a:noFill/>
          <a:ln cap="flat" cmpd="sng" w="22250">
            <a:solidFill>
              <a:schemeClr val="dk1"/>
            </a:solidFill>
            <a:prstDash val="dot"/>
            <a:round/>
            <a:headEnd len="med" w="med" type="none"/>
            <a:tailEnd len="med" w="med" type="stealth"/>
          </a:ln>
        </p:spPr>
      </p:cxn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4" name="Shape 2794"/>
        <p:cNvGrpSpPr/>
        <p:nvPr/>
      </p:nvGrpSpPr>
      <p:grpSpPr>
        <a:xfrm>
          <a:off x="0" y="0"/>
          <a:ext cx="0" cy="0"/>
          <a:chOff x="0" y="0"/>
          <a:chExt cx="0" cy="0"/>
        </a:xfrm>
      </p:grpSpPr>
      <p:sp>
        <p:nvSpPr>
          <p:cNvPr id="2795" name="Google Shape;2795;p215"/>
          <p:cNvSpPr/>
          <p:nvPr/>
        </p:nvSpPr>
        <p:spPr>
          <a:xfrm>
            <a:off x="177152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96" name="Google Shape;2796;p215"/>
          <p:cNvCxnSpPr>
            <a:stCxn id="2797" idx="1"/>
            <a:endCxn id="2795" idx="0"/>
          </p:cNvCxnSpPr>
          <p:nvPr/>
        </p:nvCxnSpPr>
        <p:spPr>
          <a:xfrm flipH="1">
            <a:off x="2210375" y="2695075"/>
            <a:ext cx="444900" cy="420300"/>
          </a:xfrm>
          <a:prstGeom prst="curvedConnector2">
            <a:avLst/>
          </a:prstGeom>
          <a:noFill/>
          <a:ln cap="flat" cmpd="sng" w="22250">
            <a:solidFill>
              <a:schemeClr val="dk1"/>
            </a:solidFill>
            <a:prstDash val="dash"/>
            <a:round/>
            <a:headEnd len="med" w="med" type="none"/>
            <a:tailEnd len="med" w="med" type="stealth"/>
          </a:ln>
        </p:spPr>
      </p:cxnSp>
      <p:sp>
        <p:nvSpPr>
          <p:cNvPr id="2798" name="Google Shape;2798;p215"/>
          <p:cNvSpPr/>
          <p:nvPr/>
        </p:nvSpPr>
        <p:spPr>
          <a:xfrm>
            <a:off x="642867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99" name="Google Shape;2799;p215"/>
          <p:cNvCxnSpPr>
            <a:stCxn id="2800" idx="3"/>
            <a:endCxn id="2798" idx="0"/>
          </p:cNvCxnSpPr>
          <p:nvPr/>
        </p:nvCxnSpPr>
        <p:spPr>
          <a:xfrm>
            <a:off x="6428525" y="2703475"/>
            <a:ext cx="438900" cy="411900"/>
          </a:xfrm>
          <a:prstGeom prst="curvedConnector2">
            <a:avLst/>
          </a:prstGeom>
          <a:noFill/>
          <a:ln cap="flat" cmpd="sng" w="22250">
            <a:solidFill>
              <a:schemeClr val="dk1"/>
            </a:solidFill>
            <a:prstDash val="dash"/>
            <a:round/>
            <a:headEnd len="med" w="med" type="none"/>
            <a:tailEnd len="med" w="med" type="stealth"/>
          </a:ln>
        </p:spPr>
      </p:cxnSp>
      <p:sp>
        <p:nvSpPr>
          <p:cNvPr id="2801" name="Google Shape;2801;p215"/>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802" name="Google Shape;2802;p215"/>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803" name="Google Shape;2803;p215"/>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804" name="Google Shape;2804;p215"/>
          <p:cNvCxnSpPr>
            <a:stCxn id="2802"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805" name="Google Shape;2805;p215"/>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806" name="Google Shape;2806;p215"/>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97" name="Google Shape;2797;p215"/>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800" name="Google Shape;2800;p215"/>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cxnSp>
        <p:nvCxnSpPr>
          <p:cNvPr id="2807" name="Google Shape;2807;p215"/>
          <p:cNvCxnSpPr/>
          <p:nvPr/>
        </p:nvCxnSpPr>
        <p:spPr>
          <a:xfrm flipH="1" rot="10800000">
            <a:off x="2655263" y="2925035"/>
            <a:ext cx="602100" cy="402300"/>
          </a:xfrm>
          <a:prstGeom prst="curvedConnector2">
            <a:avLst/>
          </a:prstGeom>
          <a:noFill/>
          <a:ln cap="flat" cmpd="sng" w="22250">
            <a:solidFill>
              <a:schemeClr val="dk1"/>
            </a:solidFill>
            <a:prstDash val="dash"/>
            <a:round/>
            <a:headEnd len="med" w="med" type="none"/>
            <a:tailEnd len="med" w="med" type="stealth"/>
          </a:ln>
        </p:spPr>
      </p:cxnSp>
      <p:cxnSp>
        <p:nvCxnSpPr>
          <p:cNvPr id="2808" name="Google Shape;2808;p215"/>
          <p:cNvCxnSpPr/>
          <p:nvPr/>
        </p:nvCxnSpPr>
        <p:spPr>
          <a:xfrm rot="10800000">
            <a:off x="5826425" y="2925925"/>
            <a:ext cx="602100" cy="400500"/>
          </a:xfrm>
          <a:prstGeom prst="curvedConnector2">
            <a:avLst/>
          </a:prstGeom>
          <a:noFill/>
          <a:ln cap="flat" cmpd="sng" w="22250">
            <a:solidFill>
              <a:schemeClr val="dk1"/>
            </a:solidFill>
            <a:prstDash val="dash"/>
            <a:round/>
            <a:headEnd len="med" w="med" type="none"/>
            <a:tailEnd len="med" w="med" type="stealth"/>
          </a:ln>
        </p:spPr>
      </p:cxn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2" name="Shape 2812"/>
        <p:cNvGrpSpPr/>
        <p:nvPr/>
      </p:nvGrpSpPr>
      <p:grpSpPr>
        <a:xfrm>
          <a:off x="0" y="0"/>
          <a:ext cx="0" cy="0"/>
          <a:chOff x="0" y="0"/>
          <a:chExt cx="0" cy="0"/>
        </a:xfrm>
      </p:grpSpPr>
      <p:sp>
        <p:nvSpPr>
          <p:cNvPr id="2813" name="Google Shape;2813;p216"/>
          <p:cNvSpPr/>
          <p:nvPr/>
        </p:nvSpPr>
        <p:spPr>
          <a:xfrm>
            <a:off x="2163900" y="3115350"/>
            <a:ext cx="877500" cy="420300"/>
          </a:xfrm>
          <a:prstGeom prst="roundRect">
            <a:avLst>
              <a:gd fmla="val 16667" name="adj"/>
            </a:avLst>
          </a:prstGeom>
          <a:solidFill>
            <a:srgbClr val="0D1322"/>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814" name="Google Shape;2814;p216"/>
          <p:cNvCxnSpPr>
            <a:stCxn id="2815" idx="1"/>
            <a:endCxn id="2813" idx="0"/>
          </p:cNvCxnSpPr>
          <p:nvPr/>
        </p:nvCxnSpPr>
        <p:spPr>
          <a:xfrm flipH="1">
            <a:off x="2602650" y="2695050"/>
            <a:ext cx="444900" cy="420300"/>
          </a:xfrm>
          <a:prstGeom prst="curvedConnector2">
            <a:avLst/>
          </a:prstGeom>
          <a:noFill/>
          <a:ln cap="flat" cmpd="sng" w="22250">
            <a:solidFill>
              <a:srgbClr val="0D1322"/>
            </a:solidFill>
            <a:prstDash val="dash"/>
            <a:round/>
            <a:headEnd len="med" w="med" type="none"/>
            <a:tailEnd len="med" w="med" type="stealth"/>
          </a:ln>
        </p:spPr>
      </p:cxnSp>
      <p:sp>
        <p:nvSpPr>
          <p:cNvPr id="2816" name="Google Shape;2816;p216"/>
          <p:cNvSpPr/>
          <p:nvPr/>
        </p:nvSpPr>
        <p:spPr>
          <a:xfrm>
            <a:off x="6096375" y="3115350"/>
            <a:ext cx="877500" cy="420300"/>
          </a:xfrm>
          <a:prstGeom prst="roundRect">
            <a:avLst>
              <a:gd fmla="val 16667" name="adj"/>
            </a:avLst>
          </a:prstGeom>
          <a:solidFill>
            <a:srgbClr val="0D1322"/>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817" name="Google Shape;2817;p216"/>
          <p:cNvCxnSpPr>
            <a:endCxn id="2816" idx="0"/>
          </p:cNvCxnSpPr>
          <p:nvPr/>
        </p:nvCxnSpPr>
        <p:spPr>
          <a:xfrm>
            <a:off x="6096225" y="2695050"/>
            <a:ext cx="438900" cy="420300"/>
          </a:xfrm>
          <a:prstGeom prst="curvedConnector2">
            <a:avLst/>
          </a:prstGeom>
          <a:noFill/>
          <a:ln cap="flat" cmpd="sng" w="22250">
            <a:solidFill>
              <a:srgbClr val="0D1322"/>
            </a:solidFill>
            <a:prstDash val="dash"/>
            <a:round/>
            <a:headEnd len="med" w="med" type="none"/>
            <a:tailEnd len="med" w="med" type="stealth"/>
          </a:ln>
        </p:spPr>
      </p:cxnSp>
      <p:cxnSp>
        <p:nvCxnSpPr>
          <p:cNvPr id="2818" name="Google Shape;2818;p216"/>
          <p:cNvCxnSpPr>
            <a:endCxn id="2815" idx="2"/>
          </p:cNvCxnSpPr>
          <p:nvPr/>
        </p:nvCxnSpPr>
        <p:spPr>
          <a:xfrm flipH="1" rot="10800000">
            <a:off x="3047488" y="2916635"/>
            <a:ext cx="602100" cy="402300"/>
          </a:xfrm>
          <a:prstGeom prst="curvedConnector3">
            <a:avLst>
              <a:gd fmla="val 50000" name="adj1"/>
            </a:avLst>
          </a:prstGeom>
          <a:noFill/>
          <a:ln cap="flat" cmpd="sng" w="22250">
            <a:solidFill>
              <a:srgbClr val="0D1322"/>
            </a:solidFill>
            <a:prstDash val="dash"/>
            <a:round/>
            <a:headEnd len="med" w="med" type="none"/>
            <a:tailEnd len="med" w="med" type="stealth"/>
          </a:ln>
        </p:spPr>
      </p:cxnSp>
      <p:cxnSp>
        <p:nvCxnSpPr>
          <p:cNvPr id="2819" name="Google Shape;2819;p216"/>
          <p:cNvCxnSpPr>
            <a:stCxn id="2816" idx="1"/>
            <a:endCxn id="2820" idx="2"/>
          </p:cNvCxnSpPr>
          <p:nvPr/>
        </p:nvCxnSpPr>
        <p:spPr>
          <a:xfrm rot="10800000">
            <a:off x="5494275" y="2925000"/>
            <a:ext cx="602100" cy="400500"/>
          </a:xfrm>
          <a:prstGeom prst="curvedConnector3">
            <a:avLst>
              <a:gd fmla="val 50000" name="adj1"/>
            </a:avLst>
          </a:prstGeom>
          <a:noFill/>
          <a:ln cap="flat" cmpd="sng" w="22250">
            <a:solidFill>
              <a:srgbClr val="0D1322"/>
            </a:solidFill>
            <a:prstDash val="dash"/>
            <a:round/>
            <a:headEnd len="med" w="med" type="none"/>
            <a:tailEnd len="med" w="med" type="stealth"/>
          </a:ln>
        </p:spPr>
      </p:cxnSp>
      <p:sp>
        <p:nvSpPr>
          <p:cNvPr id="2821" name="Google Shape;2821;p216"/>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822" name="Google Shape;2822;p216"/>
          <p:cNvSpPr/>
          <p:nvPr/>
        </p:nvSpPr>
        <p:spPr>
          <a:xfrm>
            <a:off x="3848551" y="1490428"/>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cxnSp>
        <p:nvCxnSpPr>
          <p:cNvPr id="2823" name="Google Shape;2823;p216"/>
          <p:cNvCxnSpPr>
            <a:stCxn id="2821"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824" name="Google Shape;2824;p216"/>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825" name="Google Shape;2825;p216"/>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cxnSp>
        <p:nvCxnSpPr>
          <p:cNvPr id="2826" name="Google Shape;2826;p216"/>
          <p:cNvCxnSpPr/>
          <p:nvPr/>
        </p:nvCxnSpPr>
        <p:spPr>
          <a:xfrm rot="10800000">
            <a:off x="4858400" y="2020870"/>
            <a:ext cx="429300" cy="420900"/>
          </a:xfrm>
          <a:prstGeom prst="straightConnector1">
            <a:avLst/>
          </a:prstGeom>
          <a:noFill/>
          <a:ln cap="flat" cmpd="sng" w="22250">
            <a:solidFill>
              <a:schemeClr val="dk1"/>
            </a:solidFill>
            <a:prstDash val="solid"/>
            <a:round/>
            <a:headEnd len="med" w="med" type="none"/>
            <a:tailEnd len="med" w="med" type="triangle"/>
          </a:ln>
        </p:spPr>
      </p:cxnSp>
      <p:sp>
        <p:nvSpPr>
          <p:cNvPr id="2827" name="Google Shape;2827;p216"/>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cxnSp>
        <p:nvCxnSpPr>
          <p:cNvPr id="2828" name="Google Shape;2828;p216"/>
          <p:cNvCxnSpPr/>
          <p:nvPr/>
        </p:nvCxnSpPr>
        <p:spPr>
          <a:xfrm flipH="1" rot="10800000">
            <a:off x="3873150" y="2029260"/>
            <a:ext cx="429300" cy="404100"/>
          </a:xfrm>
          <a:prstGeom prst="straightConnector1">
            <a:avLst/>
          </a:prstGeom>
          <a:noFill/>
          <a:ln cap="flat" cmpd="sng" w="22250">
            <a:solidFill>
              <a:schemeClr val="dk1"/>
            </a:solidFill>
            <a:prstDash val="solid"/>
            <a:round/>
            <a:headEnd len="med" w="med" type="none"/>
            <a:tailEnd len="med" w="med" type="triangle"/>
          </a:ln>
        </p:spPr>
      </p:cxnSp>
      <p:sp>
        <p:nvSpPr>
          <p:cNvPr id="2829" name="Google Shape;2829;p216"/>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830" name="Google Shape;2830;p216"/>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4" name="Shape 2834"/>
        <p:cNvGrpSpPr/>
        <p:nvPr/>
      </p:nvGrpSpPr>
      <p:grpSpPr>
        <a:xfrm>
          <a:off x="0" y="0"/>
          <a:ext cx="0" cy="0"/>
          <a:chOff x="0" y="0"/>
          <a:chExt cx="0" cy="0"/>
        </a:xfrm>
      </p:grpSpPr>
      <p:sp>
        <p:nvSpPr>
          <p:cNvPr id="2835" name="Google Shape;2835;p217"/>
          <p:cNvSpPr/>
          <p:nvPr/>
        </p:nvSpPr>
        <p:spPr>
          <a:xfrm>
            <a:off x="2163900" y="3115350"/>
            <a:ext cx="877500" cy="420300"/>
          </a:xfrm>
          <a:prstGeom prst="roundRect">
            <a:avLst>
              <a:gd fmla="val 16667" name="adj"/>
            </a:avLst>
          </a:prstGeom>
          <a:solidFill>
            <a:srgbClr val="0D1322"/>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836" name="Google Shape;2836;p217"/>
          <p:cNvCxnSpPr>
            <a:stCxn id="2837" idx="1"/>
            <a:endCxn id="2835" idx="0"/>
          </p:cNvCxnSpPr>
          <p:nvPr/>
        </p:nvCxnSpPr>
        <p:spPr>
          <a:xfrm flipH="1">
            <a:off x="2602650" y="2695050"/>
            <a:ext cx="444900" cy="420300"/>
          </a:xfrm>
          <a:prstGeom prst="curvedConnector2">
            <a:avLst/>
          </a:prstGeom>
          <a:noFill/>
          <a:ln cap="flat" cmpd="sng" w="22250">
            <a:solidFill>
              <a:srgbClr val="0D1322"/>
            </a:solidFill>
            <a:prstDash val="dash"/>
            <a:round/>
            <a:headEnd len="med" w="med" type="none"/>
            <a:tailEnd len="med" w="med" type="stealth"/>
          </a:ln>
        </p:spPr>
      </p:cxnSp>
      <p:sp>
        <p:nvSpPr>
          <p:cNvPr id="2838" name="Google Shape;2838;p217"/>
          <p:cNvSpPr/>
          <p:nvPr/>
        </p:nvSpPr>
        <p:spPr>
          <a:xfrm>
            <a:off x="6096375" y="3115350"/>
            <a:ext cx="877500" cy="420300"/>
          </a:xfrm>
          <a:prstGeom prst="roundRect">
            <a:avLst>
              <a:gd fmla="val 16667" name="adj"/>
            </a:avLst>
          </a:prstGeom>
          <a:solidFill>
            <a:srgbClr val="0D1322"/>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839" name="Google Shape;2839;p217"/>
          <p:cNvCxnSpPr>
            <a:endCxn id="2838" idx="0"/>
          </p:cNvCxnSpPr>
          <p:nvPr/>
        </p:nvCxnSpPr>
        <p:spPr>
          <a:xfrm>
            <a:off x="6096225" y="2695050"/>
            <a:ext cx="438900" cy="420300"/>
          </a:xfrm>
          <a:prstGeom prst="curvedConnector2">
            <a:avLst/>
          </a:prstGeom>
          <a:noFill/>
          <a:ln cap="flat" cmpd="sng" w="22250">
            <a:solidFill>
              <a:srgbClr val="0D1322"/>
            </a:solidFill>
            <a:prstDash val="dash"/>
            <a:round/>
            <a:headEnd len="med" w="med" type="none"/>
            <a:tailEnd len="med" w="med" type="stealth"/>
          </a:ln>
        </p:spPr>
      </p:cxnSp>
      <p:cxnSp>
        <p:nvCxnSpPr>
          <p:cNvPr id="2840" name="Google Shape;2840;p217"/>
          <p:cNvCxnSpPr>
            <a:endCxn id="2837" idx="2"/>
          </p:cNvCxnSpPr>
          <p:nvPr/>
        </p:nvCxnSpPr>
        <p:spPr>
          <a:xfrm flipH="1" rot="10800000">
            <a:off x="3047488" y="2916635"/>
            <a:ext cx="602100" cy="402300"/>
          </a:xfrm>
          <a:prstGeom prst="curvedConnector3">
            <a:avLst>
              <a:gd fmla="val 50000" name="adj1"/>
            </a:avLst>
          </a:prstGeom>
          <a:noFill/>
          <a:ln cap="flat" cmpd="sng" w="22250">
            <a:solidFill>
              <a:srgbClr val="0D1322"/>
            </a:solidFill>
            <a:prstDash val="dash"/>
            <a:round/>
            <a:headEnd len="med" w="med" type="none"/>
            <a:tailEnd len="med" w="med" type="stealth"/>
          </a:ln>
        </p:spPr>
      </p:cxnSp>
      <p:cxnSp>
        <p:nvCxnSpPr>
          <p:cNvPr id="2841" name="Google Shape;2841;p217"/>
          <p:cNvCxnSpPr>
            <a:stCxn id="2838" idx="1"/>
            <a:endCxn id="2842" idx="2"/>
          </p:cNvCxnSpPr>
          <p:nvPr/>
        </p:nvCxnSpPr>
        <p:spPr>
          <a:xfrm rot="10800000">
            <a:off x="5494275" y="2925000"/>
            <a:ext cx="602100" cy="400500"/>
          </a:xfrm>
          <a:prstGeom prst="curvedConnector3">
            <a:avLst>
              <a:gd fmla="val 50000" name="adj1"/>
            </a:avLst>
          </a:prstGeom>
          <a:noFill/>
          <a:ln cap="flat" cmpd="sng" w="22250">
            <a:solidFill>
              <a:srgbClr val="0D1322"/>
            </a:solidFill>
            <a:prstDash val="dash"/>
            <a:round/>
            <a:headEnd len="med" w="med" type="none"/>
            <a:tailEnd len="med" w="med" type="stealth"/>
          </a:ln>
        </p:spPr>
      </p:cxnSp>
      <p:sp>
        <p:nvSpPr>
          <p:cNvPr id="2843" name="Google Shape;2843;p217"/>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844" name="Google Shape;2844;p217"/>
          <p:cNvSpPr/>
          <p:nvPr/>
        </p:nvSpPr>
        <p:spPr>
          <a:xfrm>
            <a:off x="3848551" y="1490428"/>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cxnSp>
        <p:nvCxnSpPr>
          <p:cNvPr id="2845" name="Google Shape;2845;p217"/>
          <p:cNvCxnSpPr>
            <a:stCxn id="2843"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846" name="Google Shape;2846;p217"/>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847" name="Google Shape;2847;p217"/>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cxnSp>
        <p:nvCxnSpPr>
          <p:cNvPr id="2848" name="Google Shape;2848;p217"/>
          <p:cNvCxnSpPr/>
          <p:nvPr/>
        </p:nvCxnSpPr>
        <p:spPr>
          <a:xfrm rot="10800000">
            <a:off x="4858400" y="2020870"/>
            <a:ext cx="429300" cy="420900"/>
          </a:xfrm>
          <a:prstGeom prst="straightConnector1">
            <a:avLst/>
          </a:prstGeom>
          <a:noFill/>
          <a:ln cap="flat" cmpd="sng" w="22250">
            <a:solidFill>
              <a:srgbClr val="0D1322"/>
            </a:solidFill>
            <a:prstDash val="solid"/>
            <a:round/>
            <a:headEnd len="med" w="med" type="none"/>
            <a:tailEnd len="med" w="med" type="triangle"/>
          </a:ln>
        </p:spPr>
      </p:cxnSp>
      <p:sp>
        <p:nvSpPr>
          <p:cNvPr id="2849" name="Google Shape;2849;p217"/>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cxnSp>
        <p:nvCxnSpPr>
          <p:cNvPr id="2850" name="Google Shape;2850;p217"/>
          <p:cNvCxnSpPr/>
          <p:nvPr/>
        </p:nvCxnSpPr>
        <p:spPr>
          <a:xfrm flipH="1" rot="10800000">
            <a:off x="3873150" y="2029260"/>
            <a:ext cx="429300" cy="404100"/>
          </a:xfrm>
          <a:prstGeom prst="straightConnector1">
            <a:avLst/>
          </a:prstGeom>
          <a:noFill/>
          <a:ln cap="flat" cmpd="sng" w="22250">
            <a:solidFill>
              <a:srgbClr val="0D1322"/>
            </a:solidFill>
            <a:prstDash val="solid"/>
            <a:round/>
            <a:headEnd len="med" w="med" type="none"/>
            <a:tailEnd len="med" w="med" type="triangle"/>
          </a:ln>
        </p:spPr>
      </p:cxnSp>
      <p:cxnSp>
        <p:nvCxnSpPr>
          <p:cNvPr id="2851" name="Google Shape;2851;p217"/>
          <p:cNvCxnSpPr>
            <a:endCxn id="2852" idx="0"/>
          </p:cNvCxnSpPr>
          <p:nvPr/>
        </p:nvCxnSpPr>
        <p:spPr>
          <a:xfrm>
            <a:off x="4572000" y="1979375"/>
            <a:ext cx="0" cy="1675500"/>
          </a:xfrm>
          <a:prstGeom prst="straightConnector1">
            <a:avLst/>
          </a:prstGeom>
          <a:noFill/>
          <a:ln cap="flat" cmpd="sng" w="28575">
            <a:solidFill>
              <a:srgbClr val="CDE8FF"/>
            </a:solidFill>
            <a:prstDash val="solid"/>
            <a:round/>
            <a:headEnd len="med" w="med" type="none"/>
            <a:tailEnd len="med" w="med" type="triangle"/>
          </a:ln>
        </p:spPr>
      </p:cxnSp>
      <p:sp>
        <p:nvSpPr>
          <p:cNvPr id="2852" name="Google Shape;2852;p217"/>
          <p:cNvSpPr/>
          <p:nvPr/>
        </p:nvSpPr>
        <p:spPr>
          <a:xfrm>
            <a:off x="3795600" y="3654875"/>
            <a:ext cx="1552800" cy="526500"/>
          </a:xfrm>
          <a:prstGeom prst="roundRect">
            <a:avLst>
              <a:gd fmla="val 16667" name="adj"/>
            </a:avLst>
          </a:prstGeom>
          <a:solidFill>
            <a:srgbClr val="CDE8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output</a:t>
            </a:r>
            <a:endParaRPr>
              <a:latin typeface="IBM Plex Mono"/>
              <a:ea typeface="IBM Plex Mono"/>
              <a:cs typeface="IBM Plex Mono"/>
              <a:sym typeface="IBM Plex Mono"/>
            </a:endParaRPr>
          </a:p>
        </p:txBody>
      </p:sp>
      <p:sp>
        <p:nvSpPr>
          <p:cNvPr id="2853" name="Google Shape;2853;p217"/>
          <p:cNvSpPr/>
          <p:nvPr/>
        </p:nvSpPr>
        <p:spPr>
          <a:xfrm>
            <a:off x="2655275" y="2473525"/>
            <a:ext cx="1508400" cy="4431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latin typeface="IBM Plex Mono"/>
                <a:ea typeface="IBM Plex Mono"/>
                <a:cs typeface="IBM Plex Mono"/>
                <a:sym typeface="IBM Plex Mono"/>
              </a:rPr>
              <a:t>Subagent A</a:t>
            </a:r>
            <a:endParaRPr sz="1535">
              <a:latin typeface="IBM Plex Mono"/>
              <a:ea typeface="IBM Plex Mono"/>
              <a:cs typeface="IBM Plex Mono"/>
              <a:sym typeface="IBM Plex Mono"/>
            </a:endParaRPr>
          </a:p>
        </p:txBody>
      </p:sp>
      <p:sp>
        <p:nvSpPr>
          <p:cNvPr id="2854" name="Google Shape;2854;p217"/>
          <p:cNvSpPr/>
          <p:nvPr/>
        </p:nvSpPr>
        <p:spPr>
          <a:xfrm>
            <a:off x="4920125" y="2481925"/>
            <a:ext cx="1508400" cy="4431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latin typeface="IBM Plex Mono"/>
                <a:ea typeface="IBM Plex Mono"/>
                <a:cs typeface="IBM Plex Mono"/>
                <a:sym typeface="IBM Plex Mono"/>
              </a:rPr>
              <a:t>Subagent B</a:t>
            </a:r>
            <a:endParaRPr sz="1535">
              <a:latin typeface="IBM Plex Mono"/>
              <a:ea typeface="IBM Plex Mono"/>
              <a:cs typeface="IBM Plex Mono"/>
              <a:sym typeface="IBM Plex Mono"/>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8" name="Shape 2858"/>
        <p:cNvGrpSpPr/>
        <p:nvPr/>
      </p:nvGrpSpPr>
      <p:grpSpPr>
        <a:xfrm>
          <a:off x="0" y="0"/>
          <a:ext cx="0" cy="0"/>
          <a:chOff x="0" y="0"/>
          <a:chExt cx="0" cy="0"/>
        </a:xfrm>
      </p:grpSpPr>
      <p:pic>
        <p:nvPicPr>
          <p:cNvPr id="2859" name="Google Shape;2859;p218"/>
          <p:cNvPicPr preferRelativeResize="0"/>
          <p:nvPr/>
        </p:nvPicPr>
        <p:blipFill>
          <a:blip r:embed="rId3">
            <a:alphaModFix/>
          </a:blip>
          <a:stretch>
            <a:fillRect/>
          </a:stretch>
        </p:blipFill>
        <p:spPr>
          <a:xfrm>
            <a:off x="752462" y="938125"/>
            <a:ext cx="7639075" cy="3824175"/>
          </a:xfrm>
          <a:prstGeom prst="rect">
            <a:avLst/>
          </a:prstGeom>
          <a:noFill/>
          <a:ln>
            <a:noFill/>
          </a:ln>
        </p:spPr>
      </p:pic>
      <p:sp>
        <p:nvSpPr>
          <p:cNvPr id="2860" name="Google Shape;2860;p218"/>
          <p:cNvSpPr txBox="1"/>
          <p:nvPr/>
        </p:nvSpPr>
        <p:spPr>
          <a:xfrm>
            <a:off x="1920125" y="185075"/>
            <a:ext cx="16041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300">
                <a:solidFill>
                  <a:schemeClr val="dk1"/>
                </a:solidFill>
                <a:latin typeface="IBM Plex Mono"/>
                <a:ea typeface="IBM Plex Mono"/>
                <a:cs typeface="IBM Plex Mono"/>
                <a:sym typeface="IBM Plex Mono"/>
              </a:rPr>
              <a:t>Model</a:t>
            </a:r>
            <a:endParaRPr b="1" sz="3300">
              <a:solidFill>
                <a:schemeClr val="dk1"/>
              </a:solidFill>
              <a:latin typeface="IBM Plex Mono"/>
              <a:ea typeface="IBM Plex Mono"/>
              <a:cs typeface="IBM Plex Mono"/>
              <a:sym typeface="IBM Plex Mono"/>
            </a:endParaRPr>
          </a:p>
        </p:txBody>
      </p:sp>
      <p:sp>
        <p:nvSpPr>
          <p:cNvPr id="2861" name="Google Shape;2861;p218"/>
          <p:cNvSpPr txBox="1"/>
          <p:nvPr/>
        </p:nvSpPr>
        <p:spPr>
          <a:xfrm>
            <a:off x="5775825" y="185075"/>
            <a:ext cx="22578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300">
                <a:solidFill>
                  <a:schemeClr val="dk1"/>
                </a:solidFill>
                <a:latin typeface="IBM Plex Mono"/>
                <a:ea typeface="IBM Plex Mono"/>
                <a:cs typeface="IBM Plex Mono"/>
                <a:sym typeface="IBM Plex Mono"/>
              </a:rPr>
              <a:t>Subagent</a:t>
            </a:r>
            <a:endParaRPr b="1" sz="3300">
              <a:solidFill>
                <a:schemeClr val="dk1"/>
              </a:solidFill>
              <a:latin typeface="IBM Plex Mono"/>
              <a:ea typeface="IBM Plex Mono"/>
              <a:cs typeface="IBM Plex Mono"/>
              <a:sym typeface="IBM Plex Mono"/>
            </a:endParaRPr>
          </a:p>
        </p:txBody>
      </p:sp>
      <p:pic>
        <p:nvPicPr>
          <p:cNvPr id="2862" name="Google Shape;2862;p218" title="Screenshot 2026-09-18 at 8.53.25 PM.png"/>
          <p:cNvPicPr preferRelativeResize="0"/>
          <p:nvPr/>
        </p:nvPicPr>
        <p:blipFill>
          <a:blip r:embed="rId4">
            <a:alphaModFix/>
          </a:blip>
          <a:stretch>
            <a:fillRect/>
          </a:stretch>
        </p:blipFill>
        <p:spPr>
          <a:xfrm>
            <a:off x="154455" y="175468"/>
            <a:ext cx="705451" cy="631200"/>
          </a:xfrm>
          <a:prstGeom prst="rect">
            <a:avLst/>
          </a:prstGeom>
          <a:noFill/>
          <a:ln>
            <a:noFill/>
          </a:ln>
        </p:spPr>
      </p:pic>
      <p:sp>
        <p:nvSpPr>
          <p:cNvPr id="2863" name="Google Shape;2863;p218"/>
          <p:cNvSpPr/>
          <p:nvPr/>
        </p:nvSpPr>
        <p:spPr>
          <a:xfrm>
            <a:off x="8332225" y="214525"/>
            <a:ext cx="574800" cy="566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7" name="Shape 2867"/>
        <p:cNvGrpSpPr/>
        <p:nvPr/>
      </p:nvGrpSpPr>
      <p:grpSpPr>
        <a:xfrm>
          <a:off x="0" y="0"/>
          <a:ext cx="0" cy="0"/>
          <a:chOff x="0" y="0"/>
          <a:chExt cx="0" cy="0"/>
        </a:xfrm>
      </p:grpSpPr>
      <p:pic>
        <p:nvPicPr>
          <p:cNvPr id="2868" name="Google Shape;2868;p219"/>
          <p:cNvPicPr preferRelativeResize="0"/>
          <p:nvPr/>
        </p:nvPicPr>
        <p:blipFill>
          <a:blip r:embed="rId3">
            <a:alphaModFix/>
          </a:blip>
          <a:stretch>
            <a:fillRect/>
          </a:stretch>
        </p:blipFill>
        <p:spPr>
          <a:xfrm>
            <a:off x="752462" y="938125"/>
            <a:ext cx="7639075" cy="3824175"/>
          </a:xfrm>
          <a:prstGeom prst="rect">
            <a:avLst/>
          </a:prstGeom>
          <a:noFill/>
          <a:ln>
            <a:noFill/>
          </a:ln>
        </p:spPr>
      </p:pic>
      <p:sp>
        <p:nvSpPr>
          <p:cNvPr id="2869" name="Google Shape;2869;p219"/>
          <p:cNvSpPr txBox="1"/>
          <p:nvPr/>
        </p:nvSpPr>
        <p:spPr>
          <a:xfrm>
            <a:off x="1920125" y="185075"/>
            <a:ext cx="16041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300">
                <a:solidFill>
                  <a:schemeClr val="dk1"/>
                </a:solidFill>
                <a:latin typeface="IBM Plex Mono"/>
                <a:ea typeface="IBM Plex Mono"/>
                <a:cs typeface="IBM Plex Mono"/>
                <a:sym typeface="IBM Plex Mono"/>
              </a:rPr>
              <a:t>Model</a:t>
            </a:r>
            <a:endParaRPr b="1" sz="3300">
              <a:solidFill>
                <a:schemeClr val="dk1"/>
              </a:solidFill>
              <a:latin typeface="IBM Plex Mono"/>
              <a:ea typeface="IBM Plex Mono"/>
              <a:cs typeface="IBM Plex Mono"/>
              <a:sym typeface="IBM Plex Mono"/>
            </a:endParaRPr>
          </a:p>
        </p:txBody>
      </p:sp>
      <p:sp>
        <p:nvSpPr>
          <p:cNvPr id="2870" name="Google Shape;2870;p219"/>
          <p:cNvSpPr txBox="1"/>
          <p:nvPr/>
        </p:nvSpPr>
        <p:spPr>
          <a:xfrm>
            <a:off x="5808113" y="185075"/>
            <a:ext cx="24495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300">
                <a:solidFill>
                  <a:schemeClr val="dk1"/>
                </a:solidFill>
                <a:latin typeface="IBM Plex Mono"/>
                <a:ea typeface="IBM Plex Mono"/>
                <a:cs typeface="IBM Plex Mono"/>
                <a:sym typeface="IBM Plex Mono"/>
              </a:rPr>
              <a:t>Subagents</a:t>
            </a:r>
            <a:endParaRPr b="1" sz="3300">
              <a:solidFill>
                <a:schemeClr val="dk1"/>
              </a:solidFill>
              <a:latin typeface="IBM Plex Mono"/>
              <a:ea typeface="IBM Plex Mono"/>
              <a:cs typeface="IBM Plex Mono"/>
              <a:sym typeface="IBM Plex Mono"/>
            </a:endParaRPr>
          </a:p>
        </p:txBody>
      </p:sp>
      <p:pic>
        <p:nvPicPr>
          <p:cNvPr id="2871" name="Google Shape;2871;p219"/>
          <p:cNvPicPr preferRelativeResize="0"/>
          <p:nvPr/>
        </p:nvPicPr>
        <p:blipFill rotWithShape="1">
          <a:blip r:embed="rId4">
            <a:alphaModFix/>
          </a:blip>
          <a:srcRect b="12207" l="5869" r="10652" t="10531"/>
          <a:stretch/>
        </p:blipFill>
        <p:spPr>
          <a:xfrm>
            <a:off x="5635612" y="3275075"/>
            <a:ext cx="1498019" cy="1487225"/>
          </a:xfrm>
          <a:prstGeom prst="rect">
            <a:avLst/>
          </a:prstGeom>
          <a:noFill/>
          <a:ln>
            <a:noFill/>
          </a:ln>
        </p:spPr>
      </p:pic>
      <p:pic>
        <p:nvPicPr>
          <p:cNvPr id="2872" name="Google Shape;2872;p219"/>
          <p:cNvPicPr preferRelativeResize="0"/>
          <p:nvPr/>
        </p:nvPicPr>
        <p:blipFill rotWithShape="1">
          <a:blip r:embed="rId5">
            <a:alphaModFix/>
          </a:blip>
          <a:srcRect b="14690" l="9529" r="46900" t="0"/>
          <a:stretch/>
        </p:blipFill>
        <p:spPr>
          <a:xfrm>
            <a:off x="7135162" y="3286129"/>
            <a:ext cx="1256374" cy="1406971"/>
          </a:xfrm>
          <a:prstGeom prst="rect">
            <a:avLst/>
          </a:prstGeom>
          <a:noFill/>
          <a:ln>
            <a:noFill/>
          </a:ln>
        </p:spPr>
      </p:pic>
      <p:pic>
        <p:nvPicPr>
          <p:cNvPr id="2873" name="Google Shape;2873;p219" title="Screenshot 2026-10-02 at 3.52.12 PM.png"/>
          <p:cNvPicPr preferRelativeResize="0"/>
          <p:nvPr/>
        </p:nvPicPr>
        <p:blipFill>
          <a:blip r:embed="rId6">
            <a:alphaModFix/>
          </a:blip>
          <a:stretch>
            <a:fillRect/>
          </a:stretch>
        </p:blipFill>
        <p:spPr>
          <a:xfrm>
            <a:off x="4195937" y="3275075"/>
            <a:ext cx="1438139" cy="1487226"/>
          </a:xfrm>
          <a:prstGeom prst="rect">
            <a:avLst/>
          </a:prstGeom>
          <a:noFill/>
          <a:ln>
            <a:noFill/>
          </a:ln>
        </p:spPr>
      </p:pic>
      <p:cxnSp>
        <p:nvCxnSpPr>
          <p:cNvPr id="2874" name="Google Shape;2874;p219"/>
          <p:cNvCxnSpPr>
            <a:endCxn id="2871" idx="0"/>
          </p:cNvCxnSpPr>
          <p:nvPr/>
        </p:nvCxnSpPr>
        <p:spPr>
          <a:xfrm>
            <a:off x="3843021" y="2796275"/>
            <a:ext cx="2541600" cy="478800"/>
          </a:xfrm>
          <a:prstGeom prst="curvedConnector2">
            <a:avLst/>
          </a:prstGeom>
          <a:noFill/>
          <a:ln cap="flat" cmpd="sng" w="19050">
            <a:solidFill>
              <a:srgbClr val="CDE8FF"/>
            </a:solidFill>
            <a:prstDash val="solid"/>
            <a:round/>
            <a:headEnd len="med" w="med" type="none"/>
            <a:tailEnd len="med" w="med" type="triangle"/>
          </a:ln>
        </p:spPr>
      </p:cxnSp>
      <p:cxnSp>
        <p:nvCxnSpPr>
          <p:cNvPr id="2875" name="Google Shape;2875;p219"/>
          <p:cNvCxnSpPr>
            <a:endCxn id="2873" idx="0"/>
          </p:cNvCxnSpPr>
          <p:nvPr/>
        </p:nvCxnSpPr>
        <p:spPr>
          <a:xfrm>
            <a:off x="3774106" y="2976575"/>
            <a:ext cx="1140900" cy="298500"/>
          </a:xfrm>
          <a:prstGeom prst="curvedConnector2">
            <a:avLst/>
          </a:prstGeom>
          <a:noFill/>
          <a:ln cap="flat" cmpd="sng" w="19050">
            <a:solidFill>
              <a:srgbClr val="CDE8FF"/>
            </a:solidFill>
            <a:prstDash val="solid"/>
            <a:round/>
            <a:headEnd len="med" w="med" type="none"/>
            <a:tailEnd len="med" w="med" type="triangle"/>
          </a:ln>
        </p:spPr>
      </p:cxnSp>
      <p:cxnSp>
        <p:nvCxnSpPr>
          <p:cNvPr id="2876" name="Google Shape;2876;p219"/>
          <p:cNvCxnSpPr>
            <a:endCxn id="2872" idx="0"/>
          </p:cNvCxnSpPr>
          <p:nvPr/>
        </p:nvCxnSpPr>
        <p:spPr>
          <a:xfrm>
            <a:off x="3825850" y="2599129"/>
            <a:ext cx="3937500" cy="687000"/>
          </a:xfrm>
          <a:prstGeom prst="curvedConnector2">
            <a:avLst/>
          </a:prstGeom>
          <a:noFill/>
          <a:ln cap="flat" cmpd="sng" w="19050">
            <a:solidFill>
              <a:srgbClr val="CDE8FF"/>
            </a:solidFill>
            <a:prstDash val="solid"/>
            <a:round/>
            <a:headEnd len="med" w="med" type="none"/>
            <a:tailEnd len="med" w="med" type="triangle"/>
          </a:ln>
        </p:spPr>
      </p:cxnSp>
      <p:pic>
        <p:nvPicPr>
          <p:cNvPr id="2877" name="Google Shape;2877;p219" title="Screenshot 2026-09-18 at 8.53.25 PM.png"/>
          <p:cNvPicPr preferRelativeResize="0"/>
          <p:nvPr/>
        </p:nvPicPr>
        <p:blipFill>
          <a:blip r:embed="rId7">
            <a:alphaModFix/>
          </a:blip>
          <a:stretch>
            <a:fillRect/>
          </a:stretch>
        </p:blipFill>
        <p:spPr>
          <a:xfrm>
            <a:off x="154455" y="175468"/>
            <a:ext cx="705451" cy="631200"/>
          </a:xfrm>
          <a:prstGeom prst="rect">
            <a:avLst/>
          </a:prstGeom>
          <a:noFill/>
          <a:ln>
            <a:noFill/>
          </a:ln>
        </p:spPr>
      </p:pic>
      <p:sp>
        <p:nvSpPr>
          <p:cNvPr id="2878" name="Google Shape;2878;p219"/>
          <p:cNvSpPr/>
          <p:nvPr/>
        </p:nvSpPr>
        <p:spPr>
          <a:xfrm>
            <a:off x="8332225" y="214525"/>
            <a:ext cx="574800" cy="566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2" name="Shape 2882"/>
        <p:cNvGrpSpPr/>
        <p:nvPr/>
      </p:nvGrpSpPr>
      <p:grpSpPr>
        <a:xfrm>
          <a:off x="0" y="0"/>
          <a:ext cx="0" cy="0"/>
          <a:chOff x="0" y="0"/>
          <a:chExt cx="0" cy="0"/>
        </a:xfrm>
      </p:grpSpPr>
      <p:sp>
        <p:nvSpPr>
          <p:cNvPr id="2883" name="Google Shape;2883;p220"/>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Everything we just looked at so far:</a:t>
            </a:r>
            <a:endParaRPr sz="2800">
              <a:solidFill>
                <a:srgbClr val="80C7FF"/>
              </a:solidFill>
              <a:latin typeface="Inter Tight"/>
              <a:ea typeface="Inter Tight"/>
              <a:cs typeface="Inter Tight"/>
              <a:sym typeface="Inter Tight"/>
            </a:endParaRPr>
          </a:p>
        </p:txBody>
      </p:sp>
      <p:sp>
        <p:nvSpPr>
          <p:cNvPr id="2884" name="Google Shape;2884;p220"/>
          <p:cNvSpPr txBox="1"/>
          <p:nvPr/>
        </p:nvSpPr>
        <p:spPr>
          <a:xfrm>
            <a:off x="400985" y="1104500"/>
            <a:ext cx="8240700" cy="818400"/>
          </a:xfrm>
          <a:prstGeom prst="rect">
            <a:avLst/>
          </a:prstGeom>
          <a:noFill/>
          <a:ln>
            <a:noFill/>
          </a:ln>
        </p:spPr>
        <p:txBody>
          <a:bodyPr anchorCtr="0" anchor="t" bIns="91425" lIns="91425" spcFirstLastPara="1" rIns="91425" wrap="square" tIns="91425">
            <a:noAutofit/>
          </a:bodyPr>
          <a:lstStyle/>
          <a:p>
            <a:pPr indent="-406400" lvl="0" marL="457200" rtl="0" algn="l">
              <a:spcBef>
                <a:spcPts val="0"/>
              </a:spcBef>
              <a:spcAft>
                <a:spcPts val="0"/>
              </a:spcAft>
              <a:buClr>
                <a:schemeClr val="dk1"/>
              </a:buClr>
              <a:buSzPts val="2800"/>
              <a:buFont typeface="Inter Tight"/>
              <a:buChar char="-"/>
            </a:pPr>
            <a:r>
              <a:rPr lang="en" sz="2800">
                <a:solidFill>
                  <a:schemeClr val="dk1"/>
                </a:solidFill>
                <a:latin typeface="Inter Tight"/>
                <a:ea typeface="Inter Tight"/>
                <a:cs typeface="Inter Tight"/>
                <a:sym typeface="Inter Tight"/>
              </a:rPr>
              <a:t>Short-term memory</a:t>
            </a:r>
            <a:endParaRPr sz="2800">
              <a:solidFill>
                <a:schemeClr val="dk1"/>
              </a:solidFill>
              <a:latin typeface="Inter Tight"/>
              <a:ea typeface="Inter Tight"/>
              <a:cs typeface="Inter Tight"/>
              <a:sym typeface="Inter Tight"/>
            </a:endParaRPr>
          </a:p>
        </p:txBody>
      </p:sp>
      <p:sp>
        <p:nvSpPr>
          <p:cNvPr id="2885" name="Google Shape;2885;p220"/>
          <p:cNvSpPr txBox="1"/>
          <p:nvPr/>
        </p:nvSpPr>
        <p:spPr>
          <a:xfrm>
            <a:off x="431394" y="1732325"/>
            <a:ext cx="8240700" cy="818400"/>
          </a:xfrm>
          <a:prstGeom prst="rect">
            <a:avLst/>
          </a:prstGeom>
          <a:noFill/>
          <a:ln>
            <a:noFill/>
          </a:ln>
        </p:spPr>
        <p:txBody>
          <a:bodyPr anchorCtr="0" anchor="t" bIns="91425" lIns="91425" spcFirstLastPara="1" rIns="91425" wrap="square" tIns="91425">
            <a:noAutofit/>
          </a:bodyPr>
          <a:lstStyle/>
          <a:p>
            <a:pPr indent="-406400" lvl="0" marL="457200" rtl="0" algn="l">
              <a:spcBef>
                <a:spcPts val="0"/>
              </a:spcBef>
              <a:spcAft>
                <a:spcPts val="0"/>
              </a:spcAft>
              <a:buClr>
                <a:srgbClr val="FBFBFB"/>
              </a:buClr>
              <a:buSzPts val="2800"/>
              <a:buFont typeface="Inter Tight"/>
              <a:buChar char="-"/>
            </a:pPr>
            <a:r>
              <a:rPr lang="en" sz="2800">
                <a:solidFill>
                  <a:srgbClr val="FBFBFB"/>
                </a:solidFill>
                <a:latin typeface="Inter Tight"/>
                <a:ea typeface="Inter Tight"/>
                <a:cs typeface="Inter Tight"/>
                <a:sym typeface="Inter Tight"/>
              </a:rPr>
              <a:t>So what lasts across conversations?</a:t>
            </a:r>
            <a:endParaRPr sz="2800">
              <a:solidFill>
                <a:srgbClr val="FBFBFB"/>
              </a:solidFill>
              <a:latin typeface="Inter Tight"/>
              <a:ea typeface="Inter Tight"/>
              <a:cs typeface="Inter Tight"/>
              <a:sym typeface="Inter T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9" name="Shape 2889"/>
        <p:cNvGrpSpPr/>
        <p:nvPr/>
      </p:nvGrpSpPr>
      <p:grpSpPr>
        <a:xfrm>
          <a:off x="0" y="0"/>
          <a:ext cx="0" cy="0"/>
          <a:chOff x="0" y="0"/>
          <a:chExt cx="0" cy="0"/>
        </a:xfrm>
      </p:grpSpPr>
      <p:sp>
        <p:nvSpPr>
          <p:cNvPr id="2890" name="Google Shape;2890;p221"/>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2891" name="Google Shape;2891;p221"/>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892" name="Google Shape;2892;p221"/>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2893" name="Google Shape;2893;p221"/>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2894" name="Google Shape;2894;p221"/>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895" name="Google Shape;2895;p221"/>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2896" name="Google Shape;2896;p221"/>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897" name="Google Shape;2897;p221"/>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2898" name="Google Shape;2898;p221"/>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899" name="Google Shape;2899;p221"/>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2900" name="Google Shape;2900;p221"/>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01" name="Google Shape;2901;p221"/>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2902" name="Google Shape;2902;p221"/>
          <p:cNvSpPr/>
          <p:nvPr/>
        </p:nvSpPr>
        <p:spPr>
          <a:xfrm>
            <a:off x="957325" y="2905675"/>
            <a:ext cx="6726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03" name="Google Shape;2903;p221"/>
          <p:cNvSpPr txBox="1"/>
          <p:nvPr>
            <p:ph type="title"/>
          </p:nvPr>
        </p:nvSpPr>
        <p:spPr>
          <a:xfrm>
            <a:off x="966314"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2904" name="Google Shape;2904;p221"/>
          <p:cNvSpPr/>
          <p:nvPr/>
        </p:nvSpPr>
        <p:spPr>
          <a:xfrm>
            <a:off x="2909450" y="2905675"/>
            <a:ext cx="1182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05" name="Google Shape;2905;p221"/>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06" name="Google Shape;2906;p221"/>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2907" name="Google Shape;2907;p221"/>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2908" name="Google Shape;2908;p221"/>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2909" name="Google Shape;2909;p221"/>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2910" name="Google Shape;2910;p221"/>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2911" name="Google Shape;2911;p221"/>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2912" name="Google Shape;2912;p221"/>
          <p:cNvSpPr/>
          <p:nvPr/>
        </p:nvSpPr>
        <p:spPr>
          <a:xfrm>
            <a:off x="1728350"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13" name="Google Shape;2913;p221"/>
          <p:cNvSpPr/>
          <p:nvPr/>
        </p:nvSpPr>
        <p:spPr>
          <a:xfrm>
            <a:off x="4127025" y="2877625"/>
            <a:ext cx="1104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914" name="Google Shape;2914;p221"/>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2915" name="Google Shape;2915;p221"/>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16" name="Google Shape;2916;p221"/>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2917" name="Google Shape;2917;p221"/>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2918" name="Google Shape;2918;p221"/>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19" name="Google Shape;2919;p221"/>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2920" name="Google Shape;2920;p221"/>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21" name="Google Shape;2921;p221"/>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2922" name="Google Shape;2922;p221"/>
          <p:cNvSpPr/>
          <p:nvPr/>
        </p:nvSpPr>
        <p:spPr>
          <a:xfrm>
            <a:off x="200100" y="1320700"/>
            <a:ext cx="7917600" cy="158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923" name="Google Shape;2923;p221"/>
          <p:cNvSpPr txBox="1"/>
          <p:nvPr>
            <p:ph type="title"/>
          </p:nvPr>
        </p:nvSpPr>
        <p:spPr>
          <a:xfrm>
            <a:off x="2898844"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2924" name="Google Shape;2924;p221"/>
          <p:cNvSpPr txBox="1"/>
          <p:nvPr>
            <p:ph type="title"/>
          </p:nvPr>
        </p:nvSpPr>
        <p:spPr>
          <a:xfrm>
            <a:off x="1728339" y="2877625"/>
            <a:ext cx="1051200" cy="344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2925" name="Google Shape;2925;p221"/>
          <p:cNvSpPr/>
          <p:nvPr/>
        </p:nvSpPr>
        <p:spPr>
          <a:xfrm>
            <a:off x="1666525" y="2877625"/>
            <a:ext cx="24606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926" name="Google Shape;2926;p221"/>
          <p:cNvSpPr/>
          <p:nvPr/>
        </p:nvSpPr>
        <p:spPr>
          <a:xfrm>
            <a:off x="324975" y="2905400"/>
            <a:ext cx="5424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0" name="Shape 2930"/>
        <p:cNvGrpSpPr/>
        <p:nvPr/>
      </p:nvGrpSpPr>
      <p:grpSpPr>
        <a:xfrm>
          <a:off x="0" y="0"/>
          <a:ext cx="0" cy="0"/>
          <a:chOff x="0" y="0"/>
          <a:chExt cx="0" cy="0"/>
        </a:xfrm>
      </p:grpSpPr>
      <p:sp>
        <p:nvSpPr>
          <p:cNvPr id="2931" name="Google Shape;2931;p222"/>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pic>
        <p:nvPicPr>
          <p:cNvPr id="2932" name="Google Shape;2932;p222"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grpSp>
        <p:nvGrpSpPr>
          <p:cNvPr id="2933" name="Google Shape;2933;p222"/>
          <p:cNvGrpSpPr/>
          <p:nvPr/>
        </p:nvGrpSpPr>
        <p:grpSpPr>
          <a:xfrm>
            <a:off x="400975" y="906704"/>
            <a:ext cx="8240700" cy="1497471"/>
            <a:chOff x="400975" y="906704"/>
            <a:chExt cx="8240700" cy="1497471"/>
          </a:xfrm>
        </p:grpSpPr>
        <p:sp>
          <p:nvSpPr>
            <p:cNvPr id="2934" name="Google Shape;2934;p222"/>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BM Plex Mono"/>
                  <a:ea typeface="IBM Plex Mono"/>
                  <a:cs typeface="IBM Plex Mono"/>
                  <a:sym typeface="IBM Plex Mono"/>
                </a:rPr>
                <a:t>memory=["/memories/AGENTS.md"]</a:t>
              </a:r>
              <a:endParaRPr sz="1900">
                <a:solidFill>
                  <a:schemeClr val="dk1"/>
                </a:solidFill>
                <a:latin typeface="IBM Plex Mono"/>
                <a:ea typeface="IBM Plex Mono"/>
                <a:cs typeface="IBM Plex Mono"/>
                <a:sym typeface="IBM Plex Mono"/>
              </a:endParaRPr>
            </a:p>
          </p:txBody>
        </p:sp>
        <p:pic>
          <p:nvPicPr>
            <p:cNvPr id="2935" name="Google Shape;2935;p222"/>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sp>
          <p:nvSpPr>
            <p:cNvPr id="2936" name="Google Shape;2936;p222"/>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0" name="Shape 2940"/>
        <p:cNvGrpSpPr/>
        <p:nvPr/>
      </p:nvGrpSpPr>
      <p:grpSpPr>
        <a:xfrm>
          <a:off x="0" y="0"/>
          <a:ext cx="0" cy="0"/>
          <a:chOff x="0" y="0"/>
          <a:chExt cx="0" cy="0"/>
        </a:xfrm>
      </p:grpSpPr>
      <p:sp>
        <p:nvSpPr>
          <p:cNvPr id="2941" name="Google Shape;2941;p223"/>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sp>
        <p:nvSpPr>
          <p:cNvPr id="2942" name="Google Shape;2942;p223"/>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nter Tight"/>
                <a:ea typeface="Inter Tight"/>
                <a:cs typeface="Inter Tight"/>
                <a:sym typeface="Inter Tight"/>
              </a:rPr>
              <a:t>Loaded at the start (before_agent)</a:t>
            </a:r>
            <a:endParaRPr sz="1900">
              <a:solidFill>
                <a:schemeClr val="dk1"/>
              </a:solidFill>
              <a:highlight>
                <a:srgbClr val="313A4E"/>
              </a:highlight>
              <a:latin typeface="Inter Tight"/>
              <a:ea typeface="Inter Tight"/>
              <a:cs typeface="Inter Tight"/>
              <a:sym typeface="Inter Tight"/>
            </a:endParaRPr>
          </a:p>
        </p:txBody>
      </p:sp>
      <p:pic>
        <p:nvPicPr>
          <p:cNvPr id="2943" name="Google Shape;2943;p223"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sp>
        <p:nvSpPr>
          <p:cNvPr id="2944" name="Google Shape;2944;p223"/>
          <p:cNvSpPr/>
          <p:nvPr/>
        </p:nvSpPr>
        <p:spPr>
          <a:xfrm>
            <a:off x="3663595" y="1935400"/>
            <a:ext cx="1753200" cy="345600"/>
          </a:xfrm>
          <a:prstGeom prst="ellipse">
            <a:avLst/>
          </a:prstGeom>
          <a:noFill/>
          <a:ln cap="flat" cmpd="sng" w="38100">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pic>
        <p:nvPicPr>
          <p:cNvPr id="2945" name="Google Shape;2945;p223"/>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cxnSp>
        <p:nvCxnSpPr>
          <p:cNvPr id="2946" name="Google Shape;2946;p223"/>
          <p:cNvCxnSpPr>
            <a:stCxn id="2945" idx="3"/>
            <a:endCxn id="2944" idx="2"/>
          </p:cNvCxnSpPr>
          <p:nvPr/>
        </p:nvCxnSpPr>
        <p:spPr>
          <a:xfrm>
            <a:off x="2347563" y="2033000"/>
            <a:ext cx="1316100" cy="75300"/>
          </a:xfrm>
          <a:prstGeom prst="straightConnector1">
            <a:avLst/>
          </a:prstGeom>
          <a:noFill/>
          <a:ln cap="flat" cmpd="sng" w="28575">
            <a:solidFill>
              <a:srgbClr val="7A61A7"/>
            </a:solidFill>
            <a:prstDash val="solid"/>
            <a:round/>
            <a:headEnd len="med" w="med" type="none"/>
            <a:tailEnd len="med" w="med" type="triangle"/>
          </a:ln>
        </p:spPr>
      </p:cxnSp>
      <p:sp>
        <p:nvSpPr>
          <p:cNvPr id="2947" name="Google Shape;2947;p223"/>
          <p:cNvSpPr txBox="1"/>
          <p:nvPr/>
        </p:nvSpPr>
        <p:spPr>
          <a:xfrm>
            <a:off x="2634569" y="1692224"/>
            <a:ext cx="7905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786FE"/>
                </a:solidFill>
                <a:latin typeface="IBM Plex Mono"/>
                <a:ea typeface="IBM Plex Mono"/>
                <a:cs typeface="IBM Plex Mono"/>
                <a:sym typeface="IBM Plex Mono"/>
              </a:rPr>
              <a:t>load</a:t>
            </a:r>
            <a:endParaRPr sz="1200">
              <a:solidFill>
                <a:srgbClr val="9786FE"/>
              </a:solidFill>
              <a:latin typeface="IBM Plex Mono"/>
              <a:ea typeface="IBM Plex Mono"/>
              <a:cs typeface="IBM Plex Mono"/>
              <a:sym typeface="IBM Plex Mono"/>
            </a:endParaRPr>
          </a:p>
        </p:txBody>
      </p:sp>
      <p:sp>
        <p:nvSpPr>
          <p:cNvPr id="2948" name="Google Shape;2948;p223"/>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2" name="Shape 2952"/>
        <p:cNvGrpSpPr/>
        <p:nvPr/>
      </p:nvGrpSpPr>
      <p:grpSpPr>
        <a:xfrm>
          <a:off x="0" y="0"/>
          <a:ext cx="0" cy="0"/>
          <a:chOff x="0" y="0"/>
          <a:chExt cx="0" cy="0"/>
        </a:xfrm>
      </p:grpSpPr>
      <p:sp>
        <p:nvSpPr>
          <p:cNvPr id="2953" name="Google Shape;2953;p224"/>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pic>
        <p:nvPicPr>
          <p:cNvPr id="2954" name="Google Shape;2954;p224"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sp>
        <p:nvSpPr>
          <p:cNvPr id="2955" name="Google Shape;2955;p224"/>
          <p:cNvSpPr/>
          <p:nvPr/>
        </p:nvSpPr>
        <p:spPr>
          <a:xfrm>
            <a:off x="5304663" y="2766299"/>
            <a:ext cx="1753200" cy="699300"/>
          </a:xfrm>
          <a:prstGeom prst="ellipse">
            <a:avLst/>
          </a:prstGeom>
          <a:noFill/>
          <a:ln cap="flat" cmpd="sng" w="38100">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956" name="Google Shape;2956;p224"/>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nter Tight"/>
                <a:ea typeface="Inter Tight"/>
                <a:cs typeface="Inter Tight"/>
                <a:sym typeface="Inter Tight"/>
              </a:rPr>
              <a:t>Added to every model call (wrap_model_call)</a:t>
            </a:r>
            <a:endParaRPr sz="1900">
              <a:solidFill>
                <a:schemeClr val="dk1"/>
              </a:solidFill>
              <a:latin typeface="Inter Tight"/>
              <a:ea typeface="Inter Tight"/>
              <a:cs typeface="Inter Tight"/>
              <a:sym typeface="Inter Tight"/>
            </a:endParaRPr>
          </a:p>
          <a:p>
            <a:pPr indent="0" lvl="0" marL="0" rtl="0" algn="l">
              <a:spcBef>
                <a:spcPts val="0"/>
              </a:spcBef>
              <a:spcAft>
                <a:spcPts val="0"/>
              </a:spcAft>
              <a:buNone/>
            </a:pPr>
            <a:r>
              <a:t/>
            </a:r>
            <a:endParaRPr sz="1900">
              <a:solidFill>
                <a:schemeClr val="dk1"/>
              </a:solidFill>
            </a:endParaRPr>
          </a:p>
        </p:txBody>
      </p:sp>
      <p:pic>
        <p:nvPicPr>
          <p:cNvPr id="2957" name="Google Shape;2957;p224"/>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sp>
        <p:nvSpPr>
          <p:cNvPr id="2958" name="Google Shape;2958;p224"/>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sp>
        <p:nvSpPr>
          <p:cNvPr id="2959" name="Google Shape;2959;p224"/>
          <p:cNvSpPr txBox="1"/>
          <p:nvPr/>
        </p:nvSpPr>
        <p:spPr>
          <a:xfrm>
            <a:off x="6768990" y="2766300"/>
            <a:ext cx="1504500" cy="699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200">
                <a:solidFill>
                  <a:srgbClr val="9786FE"/>
                </a:solidFill>
                <a:latin typeface="IBM Plex Mono"/>
                <a:ea typeface="IBM Plex Mono"/>
                <a:cs typeface="IBM Plex Mono"/>
                <a:sym typeface="IBM Plex Mono"/>
              </a:rPr>
              <a:t>inject</a:t>
            </a:r>
            <a:endParaRPr sz="1200">
              <a:solidFill>
                <a:srgbClr val="9786FE"/>
              </a:solidFill>
              <a:latin typeface="IBM Plex Mono"/>
              <a:ea typeface="IBM Plex Mono"/>
              <a:cs typeface="IBM Plex Mono"/>
              <a:sym typeface="IBM Plex Mono"/>
            </a:endParaRPr>
          </a:p>
          <a:p>
            <a:pPr indent="0" lvl="0" marL="457200" rtl="0" algn="l">
              <a:spcBef>
                <a:spcPts val="0"/>
              </a:spcBef>
              <a:spcAft>
                <a:spcPts val="0"/>
              </a:spcAft>
              <a:buNone/>
            </a:pPr>
            <a:r>
              <a:rPr i="1" lang="en" sz="1200">
                <a:solidFill>
                  <a:schemeClr val="lt2"/>
                </a:solidFill>
                <a:latin typeface="IBM Plex Mono"/>
                <a:ea typeface="IBM Plex Mono"/>
                <a:cs typeface="IBM Plex Mono"/>
                <a:sym typeface="IBM Plex Mono"/>
              </a:rPr>
              <a:t>in system prompt</a:t>
            </a:r>
            <a:endParaRPr i="1" sz="1200">
              <a:solidFill>
                <a:schemeClr val="lt2"/>
              </a:solidFill>
              <a:latin typeface="IBM Plex Mono"/>
              <a:ea typeface="IBM Plex Mono"/>
              <a:cs typeface="IBM Plex Mono"/>
              <a:sym typeface="IBM Plex Mono"/>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3" name="Shape 2963"/>
        <p:cNvGrpSpPr/>
        <p:nvPr/>
      </p:nvGrpSpPr>
      <p:grpSpPr>
        <a:xfrm>
          <a:off x="0" y="0"/>
          <a:ext cx="0" cy="0"/>
          <a:chOff x="0" y="0"/>
          <a:chExt cx="0" cy="0"/>
        </a:xfrm>
      </p:grpSpPr>
      <p:sp>
        <p:nvSpPr>
          <p:cNvPr id="2964" name="Google Shape;2964;p225"/>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pic>
        <p:nvPicPr>
          <p:cNvPr id="2965" name="Google Shape;2965;p225"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sp>
        <p:nvSpPr>
          <p:cNvPr id="2966" name="Google Shape;2966;p225"/>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nter Tight"/>
                <a:ea typeface="Inter Tight"/>
                <a:cs typeface="Inter Tight"/>
                <a:sym typeface="Inter Tight"/>
              </a:rPr>
              <a:t>Updated by the agent (with edit_file)</a:t>
            </a:r>
            <a:endParaRPr sz="1900">
              <a:solidFill>
                <a:schemeClr val="dk1"/>
              </a:solidFill>
              <a:latin typeface="Inter Tight"/>
              <a:ea typeface="Inter Tight"/>
              <a:cs typeface="Inter Tight"/>
              <a:sym typeface="Inter Tight"/>
            </a:endParaRPr>
          </a:p>
        </p:txBody>
      </p:sp>
      <p:cxnSp>
        <p:nvCxnSpPr>
          <p:cNvPr id="2967" name="Google Shape;2967;p225"/>
          <p:cNvCxnSpPr>
            <a:endCxn id="2968" idx="2"/>
          </p:cNvCxnSpPr>
          <p:nvPr/>
        </p:nvCxnSpPr>
        <p:spPr>
          <a:xfrm flipH="1" rot="5400000">
            <a:off x="1952963" y="2520125"/>
            <a:ext cx="797700" cy="565800"/>
          </a:xfrm>
          <a:prstGeom prst="curvedConnector3">
            <a:avLst>
              <a:gd fmla="val 10145" name="adj1"/>
            </a:avLst>
          </a:prstGeom>
          <a:noFill/>
          <a:ln cap="flat" cmpd="sng" w="38100">
            <a:solidFill>
              <a:srgbClr val="D7DEEA"/>
            </a:solidFill>
            <a:prstDash val="dash"/>
            <a:round/>
            <a:headEnd len="med" w="med" type="none"/>
            <a:tailEnd len="med" w="med" type="triangle"/>
          </a:ln>
        </p:spPr>
      </p:cxnSp>
      <p:sp>
        <p:nvSpPr>
          <p:cNvPr id="2969" name="Google Shape;2969;p225"/>
          <p:cNvSpPr txBox="1"/>
          <p:nvPr/>
        </p:nvSpPr>
        <p:spPr>
          <a:xfrm>
            <a:off x="1107653" y="2826875"/>
            <a:ext cx="10380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D7DEEA"/>
                </a:solidFill>
                <a:latin typeface="IBM Plex Mono"/>
                <a:ea typeface="IBM Plex Mono"/>
                <a:cs typeface="IBM Plex Mono"/>
                <a:sym typeface="IBM Plex Mono"/>
              </a:rPr>
              <a:t>edit_file</a:t>
            </a:r>
            <a:endParaRPr sz="1200">
              <a:solidFill>
                <a:srgbClr val="D7DEEA"/>
              </a:solidFill>
              <a:latin typeface="IBM Plex Mono"/>
              <a:ea typeface="IBM Plex Mono"/>
              <a:cs typeface="IBM Plex Mono"/>
              <a:sym typeface="IBM Plex Mono"/>
            </a:endParaRPr>
          </a:p>
        </p:txBody>
      </p:sp>
      <p:grpSp>
        <p:nvGrpSpPr>
          <p:cNvPr id="2970" name="Google Shape;2970;p225"/>
          <p:cNvGrpSpPr/>
          <p:nvPr/>
        </p:nvGrpSpPr>
        <p:grpSpPr>
          <a:xfrm>
            <a:off x="726274" y="1661825"/>
            <a:ext cx="1621289" cy="742350"/>
            <a:chOff x="726274" y="1661825"/>
            <a:chExt cx="1621289" cy="742350"/>
          </a:xfrm>
        </p:grpSpPr>
        <p:pic>
          <p:nvPicPr>
            <p:cNvPr id="2968" name="Google Shape;2968;p225"/>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sp>
          <p:nvSpPr>
            <p:cNvPr id="2971" name="Google Shape;2971;p225"/>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5" name="Shape 2975"/>
        <p:cNvGrpSpPr/>
        <p:nvPr/>
      </p:nvGrpSpPr>
      <p:grpSpPr>
        <a:xfrm>
          <a:off x="0" y="0"/>
          <a:ext cx="0" cy="0"/>
          <a:chOff x="0" y="0"/>
          <a:chExt cx="0" cy="0"/>
        </a:xfrm>
      </p:grpSpPr>
      <p:sp>
        <p:nvSpPr>
          <p:cNvPr id="2976" name="Google Shape;2976;p226"/>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pic>
        <p:nvPicPr>
          <p:cNvPr id="2977" name="Google Shape;2977;p226"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sp>
        <p:nvSpPr>
          <p:cNvPr id="2978" name="Google Shape;2978;p226"/>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nter Tight"/>
                <a:ea typeface="Inter Tight"/>
                <a:cs typeface="Inter Tight"/>
                <a:sym typeface="Inter Tight"/>
              </a:rPr>
              <a:t>Updated by the agent (with edit_file)</a:t>
            </a:r>
            <a:endParaRPr sz="1900">
              <a:solidFill>
                <a:schemeClr val="dk1"/>
              </a:solidFill>
              <a:latin typeface="Inter Tight"/>
              <a:ea typeface="Inter Tight"/>
              <a:cs typeface="Inter Tight"/>
              <a:sym typeface="Inter Tight"/>
            </a:endParaRPr>
          </a:p>
        </p:txBody>
      </p:sp>
      <p:cxnSp>
        <p:nvCxnSpPr>
          <p:cNvPr id="2979" name="Google Shape;2979;p226"/>
          <p:cNvCxnSpPr>
            <a:endCxn id="2980" idx="2"/>
          </p:cNvCxnSpPr>
          <p:nvPr/>
        </p:nvCxnSpPr>
        <p:spPr>
          <a:xfrm flipH="1" rot="5400000">
            <a:off x="1952963" y="2520125"/>
            <a:ext cx="797700" cy="565800"/>
          </a:xfrm>
          <a:prstGeom prst="curvedConnector3">
            <a:avLst>
              <a:gd fmla="val 10145" name="adj1"/>
            </a:avLst>
          </a:prstGeom>
          <a:noFill/>
          <a:ln cap="flat" cmpd="sng" w="38100">
            <a:solidFill>
              <a:srgbClr val="D7DEEA"/>
            </a:solidFill>
            <a:prstDash val="dash"/>
            <a:round/>
            <a:headEnd len="med" w="med" type="none"/>
            <a:tailEnd len="med" w="med" type="triangle"/>
          </a:ln>
        </p:spPr>
      </p:cxnSp>
      <p:sp>
        <p:nvSpPr>
          <p:cNvPr id="2981" name="Google Shape;2981;p226"/>
          <p:cNvSpPr txBox="1"/>
          <p:nvPr/>
        </p:nvSpPr>
        <p:spPr>
          <a:xfrm>
            <a:off x="1107653" y="2826875"/>
            <a:ext cx="10380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D7DEEA"/>
                </a:solidFill>
                <a:latin typeface="IBM Plex Mono"/>
                <a:ea typeface="IBM Plex Mono"/>
                <a:cs typeface="IBM Plex Mono"/>
                <a:sym typeface="IBM Plex Mono"/>
              </a:rPr>
              <a:t>edit_file</a:t>
            </a:r>
            <a:endParaRPr sz="1200">
              <a:solidFill>
                <a:srgbClr val="D7DEEA"/>
              </a:solidFill>
              <a:latin typeface="IBM Plex Mono"/>
              <a:ea typeface="IBM Plex Mono"/>
              <a:cs typeface="IBM Plex Mono"/>
              <a:sym typeface="IBM Plex Mono"/>
            </a:endParaRPr>
          </a:p>
        </p:txBody>
      </p:sp>
      <p:grpSp>
        <p:nvGrpSpPr>
          <p:cNvPr id="2982" name="Google Shape;2982;p226"/>
          <p:cNvGrpSpPr/>
          <p:nvPr/>
        </p:nvGrpSpPr>
        <p:grpSpPr>
          <a:xfrm>
            <a:off x="726274" y="1661825"/>
            <a:ext cx="1621289" cy="742350"/>
            <a:chOff x="726274" y="1661825"/>
            <a:chExt cx="1621289" cy="742350"/>
          </a:xfrm>
        </p:grpSpPr>
        <p:pic>
          <p:nvPicPr>
            <p:cNvPr id="2980" name="Google Shape;2980;p226"/>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sp>
          <p:nvSpPr>
            <p:cNvPr id="2983" name="Google Shape;2983;p226"/>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grpSp>
      <p:sp>
        <p:nvSpPr>
          <p:cNvPr id="2984" name="Google Shape;2984;p226"/>
          <p:cNvSpPr/>
          <p:nvPr/>
        </p:nvSpPr>
        <p:spPr>
          <a:xfrm>
            <a:off x="3663595" y="1935400"/>
            <a:ext cx="1753200" cy="345600"/>
          </a:xfrm>
          <a:prstGeom prst="ellipse">
            <a:avLst/>
          </a:prstGeom>
          <a:noFill/>
          <a:ln cap="flat" cmpd="sng" w="38100">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cxnSp>
        <p:nvCxnSpPr>
          <p:cNvPr id="2985" name="Google Shape;2985;p226"/>
          <p:cNvCxnSpPr>
            <a:endCxn id="2984" idx="2"/>
          </p:cNvCxnSpPr>
          <p:nvPr/>
        </p:nvCxnSpPr>
        <p:spPr>
          <a:xfrm>
            <a:off x="2347495" y="2032900"/>
            <a:ext cx="1316100" cy="75300"/>
          </a:xfrm>
          <a:prstGeom prst="straightConnector1">
            <a:avLst/>
          </a:prstGeom>
          <a:noFill/>
          <a:ln cap="flat" cmpd="sng" w="28575">
            <a:solidFill>
              <a:srgbClr val="7A61A7"/>
            </a:solidFill>
            <a:prstDash val="solid"/>
            <a:round/>
            <a:headEnd len="med" w="med" type="none"/>
            <a:tailEnd len="med" w="med" type="triangle"/>
          </a:ln>
        </p:spPr>
      </p:cxnSp>
      <p:sp>
        <p:nvSpPr>
          <p:cNvPr id="2986" name="Google Shape;2986;p226"/>
          <p:cNvSpPr txBox="1"/>
          <p:nvPr/>
        </p:nvSpPr>
        <p:spPr>
          <a:xfrm>
            <a:off x="2634569" y="1692224"/>
            <a:ext cx="7905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786FE"/>
                </a:solidFill>
                <a:latin typeface="IBM Plex Mono"/>
                <a:ea typeface="IBM Plex Mono"/>
                <a:cs typeface="IBM Plex Mono"/>
                <a:sym typeface="IBM Plex Mono"/>
              </a:rPr>
              <a:t>load</a:t>
            </a:r>
            <a:endParaRPr sz="1200">
              <a:solidFill>
                <a:srgbClr val="9786FE"/>
              </a:solidFill>
              <a:latin typeface="IBM Plex Mono"/>
              <a:ea typeface="IBM Plex Mono"/>
              <a:cs typeface="IBM Plex Mono"/>
              <a:sym typeface="IBM Plex Mono"/>
            </a:endParaRPr>
          </a:p>
        </p:txBody>
      </p:sp>
      <p:sp>
        <p:nvSpPr>
          <p:cNvPr id="2987" name="Google Shape;2987;p226"/>
          <p:cNvSpPr/>
          <p:nvPr/>
        </p:nvSpPr>
        <p:spPr>
          <a:xfrm>
            <a:off x="5304663" y="2766299"/>
            <a:ext cx="1753200" cy="699300"/>
          </a:xfrm>
          <a:prstGeom prst="ellipse">
            <a:avLst/>
          </a:prstGeom>
          <a:noFill/>
          <a:ln cap="flat" cmpd="sng" w="38100">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988" name="Google Shape;2988;p226"/>
          <p:cNvSpPr txBox="1"/>
          <p:nvPr/>
        </p:nvSpPr>
        <p:spPr>
          <a:xfrm>
            <a:off x="6768990" y="2766300"/>
            <a:ext cx="1504500" cy="699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200">
                <a:solidFill>
                  <a:srgbClr val="9786FE"/>
                </a:solidFill>
                <a:latin typeface="IBM Plex Mono"/>
                <a:ea typeface="IBM Plex Mono"/>
                <a:cs typeface="IBM Plex Mono"/>
                <a:sym typeface="IBM Plex Mono"/>
              </a:rPr>
              <a:t>inject</a:t>
            </a:r>
            <a:endParaRPr sz="1200">
              <a:solidFill>
                <a:srgbClr val="9786FE"/>
              </a:solidFill>
              <a:latin typeface="IBM Plex Mono"/>
              <a:ea typeface="IBM Plex Mono"/>
              <a:cs typeface="IBM Plex Mono"/>
              <a:sym typeface="IBM Plex Mono"/>
            </a:endParaRPr>
          </a:p>
          <a:p>
            <a:pPr indent="0" lvl="0" marL="457200" rtl="0" algn="l">
              <a:spcBef>
                <a:spcPts val="0"/>
              </a:spcBef>
              <a:spcAft>
                <a:spcPts val="0"/>
              </a:spcAft>
              <a:buNone/>
            </a:pPr>
            <a:r>
              <a:rPr i="1" lang="en" sz="1200">
                <a:solidFill>
                  <a:schemeClr val="lt2"/>
                </a:solidFill>
                <a:latin typeface="IBM Plex Mono"/>
                <a:ea typeface="IBM Plex Mono"/>
                <a:cs typeface="IBM Plex Mono"/>
                <a:sym typeface="IBM Plex Mono"/>
              </a:rPr>
              <a:t>in system prompt</a:t>
            </a:r>
            <a:endParaRPr i="1" sz="1200">
              <a:solidFill>
                <a:schemeClr val="lt2"/>
              </a:solidFill>
              <a:latin typeface="IBM Plex Mono"/>
              <a:ea typeface="IBM Plex Mono"/>
              <a:cs typeface="IBM Plex Mono"/>
              <a:sym typeface="IBM Plex Mono"/>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2" name="Shape 2992"/>
        <p:cNvGrpSpPr/>
        <p:nvPr/>
      </p:nvGrpSpPr>
      <p:grpSpPr>
        <a:xfrm>
          <a:off x="0" y="0"/>
          <a:ext cx="0" cy="0"/>
          <a:chOff x="0" y="0"/>
          <a:chExt cx="0" cy="0"/>
        </a:xfrm>
      </p:grpSpPr>
      <p:sp>
        <p:nvSpPr>
          <p:cNvPr id="2993" name="Google Shape;2993;p227"/>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Swap the model, keep the memory</a:t>
            </a:r>
            <a:endParaRPr sz="2800">
              <a:solidFill>
                <a:srgbClr val="80C7FF"/>
              </a:solidFill>
              <a:latin typeface="Inter Tight"/>
              <a:ea typeface="Inter Tight"/>
              <a:cs typeface="Inter Tight"/>
              <a:sym typeface="Inter Tight"/>
            </a:endParaRPr>
          </a:p>
        </p:txBody>
      </p:sp>
      <p:sp>
        <p:nvSpPr>
          <p:cNvPr id="2994" name="Google Shape;2994;p227"/>
          <p:cNvSpPr txBox="1"/>
          <p:nvPr/>
        </p:nvSpPr>
        <p:spPr>
          <a:xfrm>
            <a:off x="400975" y="1104500"/>
            <a:ext cx="8240700" cy="10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700">
                <a:solidFill>
                  <a:schemeClr val="dk1"/>
                </a:solidFill>
                <a:latin typeface="Inter Tight"/>
                <a:ea typeface="Inter Tight"/>
                <a:cs typeface="Inter Tight"/>
                <a:sym typeface="Inter Tight"/>
              </a:rPr>
              <a:t>The memory is a plain file in your store (not something a provider holds onto).</a:t>
            </a:r>
            <a:endParaRPr sz="2700">
              <a:solidFill>
                <a:schemeClr val="dk1"/>
              </a:solidFill>
              <a:latin typeface="Inter Tight"/>
              <a:ea typeface="Inter Tight"/>
              <a:cs typeface="Inter Tight"/>
              <a:sym typeface="Inter Tight"/>
            </a:endParaRPr>
          </a:p>
        </p:txBody>
      </p:sp>
      <p:graphicFrame>
        <p:nvGraphicFramePr>
          <p:cNvPr id="2995" name="Google Shape;2995;p227"/>
          <p:cNvGraphicFramePr/>
          <p:nvPr/>
        </p:nvGraphicFramePr>
        <p:xfrm>
          <a:off x="901825" y="2555550"/>
          <a:ext cx="3000000" cy="3000000"/>
        </p:xfrm>
        <a:graphic>
          <a:graphicData uri="http://schemas.openxmlformats.org/drawingml/2006/table">
            <a:tbl>
              <a:tblPr>
                <a:noFill/>
                <a:tableStyleId>{9B71062D-4E2A-4993-91A8-4627D3761283}</a:tableStyleId>
              </a:tblPr>
              <a:tblGrid>
                <a:gridCol w="3619500"/>
                <a:gridCol w="3619500"/>
              </a:tblGrid>
              <a:tr h="381000">
                <a:tc>
                  <a:txBody>
                    <a:bodyPr/>
                    <a:lstStyle/>
                    <a:p>
                      <a:pPr indent="0" lvl="0" marL="0" rtl="0" algn="ctr">
                        <a:spcBef>
                          <a:spcPts val="0"/>
                        </a:spcBef>
                        <a:spcAft>
                          <a:spcPts val="0"/>
                        </a:spcAft>
                        <a:buNone/>
                      </a:pPr>
                      <a:r>
                        <a:rPr b="1" lang="en" sz="1900">
                          <a:solidFill>
                            <a:schemeClr val="dk1"/>
                          </a:solidFill>
                        </a:rPr>
                        <a:t>Conversation 1</a:t>
                      </a:r>
                      <a:endParaRPr b="1" sz="1900">
                        <a:solidFill>
                          <a:schemeClr val="dk1"/>
                        </a:solidFill>
                      </a:endParaRPr>
                    </a:p>
                  </a:txBody>
                  <a:tcPr marT="91425" marB="91425" marR="91425" marL="91425" anchor="ctr"/>
                </a:tc>
                <a:tc>
                  <a:txBody>
                    <a:bodyPr/>
                    <a:lstStyle/>
                    <a:p>
                      <a:pPr indent="0" lvl="0" marL="0" rtl="0" algn="ctr">
                        <a:spcBef>
                          <a:spcPts val="0"/>
                        </a:spcBef>
                        <a:spcAft>
                          <a:spcPts val="0"/>
                        </a:spcAft>
                        <a:buNone/>
                      </a:pPr>
                      <a:r>
                        <a:rPr b="1" lang="en" sz="1900">
                          <a:solidFill>
                            <a:schemeClr val="dk1"/>
                          </a:solidFill>
                        </a:rPr>
                        <a:t>Conversation 2</a:t>
                      </a:r>
                      <a:endParaRPr b="1" sz="1900">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lang="en" sz="1900">
                          <a:solidFill>
                            <a:schemeClr val="dk1"/>
                          </a:solidFill>
                        </a:rPr>
                        <a:t>The model learns a preference</a:t>
                      </a:r>
                      <a:endParaRPr sz="1900">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sz="1900">
                          <a:solidFill>
                            <a:schemeClr val="dk1"/>
                          </a:solidFill>
                        </a:rPr>
                        <a:t>A different model reads the same file and remembers it</a:t>
                      </a:r>
                      <a:endParaRPr sz="1900">
                        <a:solidFill>
                          <a:schemeClr val="dk1"/>
                        </a:solidFill>
                      </a:endParaRPr>
                    </a:p>
                  </a:txBody>
                  <a:tcPr marT="91425" marB="91425" marR="91425" marL="91425"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9" name="Shape 2999"/>
        <p:cNvGrpSpPr/>
        <p:nvPr/>
      </p:nvGrpSpPr>
      <p:grpSpPr>
        <a:xfrm>
          <a:off x="0" y="0"/>
          <a:ext cx="0" cy="0"/>
          <a:chOff x="0" y="0"/>
          <a:chExt cx="0" cy="0"/>
        </a:xfrm>
      </p:grpSpPr>
      <p:sp>
        <p:nvSpPr>
          <p:cNvPr id="3000" name="Google Shape;3000;p228"/>
          <p:cNvSpPr txBox="1"/>
          <p:nvPr/>
        </p:nvSpPr>
        <p:spPr>
          <a:xfrm>
            <a:off x="381350" y="344150"/>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Context Engineering:</a:t>
            </a:r>
            <a:endParaRPr sz="2800">
              <a:solidFill>
                <a:srgbClr val="80C7FF"/>
              </a:solidFill>
              <a:latin typeface="Inter Tight"/>
              <a:ea typeface="Inter Tight"/>
              <a:cs typeface="Inter Tight"/>
              <a:sym typeface="Inter Tight"/>
            </a:endParaRPr>
          </a:p>
        </p:txBody>
      </p:sp>
      <p:sp>
        <p:nvSpPr>
          <p:cNvPr id="3001" name="Google Shape;3001;p228"/>
          <p:cNvSpPr/>
          <p:nvPr/>
        </p:nvSpPr>
        <p:spPr>
          <a:xfrm>
            <a:off x="2851200" y="1162550"/>
            <a:ext cx="3441600" cy="340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IBM Plex Mono"/>
              <a:ea typeface="IBM Plex Mono"/>
              <a:cs typeface="IBM Plex Mono"/>
              <a:sym typeface="IBM Plex Mono"/>
            </a:endParaRPr>
          </a:p>
        </p:txBody>
      </p:sp>
      <p:sp>
        <p:nvSpPr>
          <p:cNvPr id="3002" name="Google Shape;3002;p228"/>
          <p:cNvSpPr txBox="1"/>
          <p:nvPr/>
        </p:nvSpPr>
        <p:spPr>
          <a:xfrm>
            <a:off x="4027500" y="1819175"/>
            <a:ext cx="1089000" cy="3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Offloading</a:t>
            </a:r>
            <a:endParaRPr sz="1200">
              <a:solidFill>
                <a:srgbClr val="2F4B68"/>
              </a:solidFill>
              <a:latin typeface="IBM Plex Mono"/>
              <a:ea typeface="IBM Plex Mono"/>
              <a:cs typeface="IBM Plex Mono"/>
              <a:sym typeface="IBM Plex Mono"/>
            </a:endParaRPr>
          </a:p>
        </p:txBody>
      </p:sp>
      <p:sp>
        <p:nvSpPr>
          <p:cNvPr id="3003" name="Google Shape;3003;p228"/>
          <p:cNvSpPr txBox="1"/>
          <p:nvPr/>
        </p:nvSpPr>
        <p:spPr>
          <a:xfrm>
            <a:off x="3828150" y="2334425"/>
            <a:ext cx="14877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Summarization</a:t>
            </a:r>
            <a:endParaRPr b="1">
              <a:solidFill>
                <a:srgbClr val="2F4B68"/>
              </a:solidFill>
            </a:endParaRPr>
          </a:p>
        </p:txBody>
      </p:sp>
      <p:sp>
        <p:nvSpPr>
          <p:cNvPr id="3004" name="Google Shape;3004;p228"/>
          <p:cNvSpPr txBox="1"/>
          <p:nvPr/>
        </p:nvSpPr>
        <p:spPr>
          <a:xfrm>
            <a:off x="3967050" y="2918075"/>
            <a:ext cx="12099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Subagents</a:t>
            </a:r>
            <a:endParaRPr b="1">
              <a:solidFill>
                <a:srgbClr val="2F4B68"/>
              </a:solidFill>
            </a:endParaRPr>
          </a:p>
        </p:txBody>
      </p:sp>
      <p:sp>
        <p:nvSpPr>
          <p:cNvPr id="3005" name="Google Shape;3005;p228"/>
          <p:cNvSpPr txBox="1"/>
          <p:nvPr/>
        </p:nvSpPr>
        <p:spPr>
          <a:xfrm>
            <a:off x="3666601" y="3501725"/>
            <a:ext cx="18108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Long-term memory</a:t>
            </a:r>
            <a:endParaRPr b="1">
              <a:solidFill>
                <a:srgbClr val="2F4B68"/>
              </a:solidFill>
            </a:endParaRPr>
          </a:p>
        </p:txBody>
      </p:sp>
      <p:sp>
        <p:nvSpPr>
          <p:cNvPr id="3006" name="Google Shape;3006;p228"/>
          <p:cNvSpPr txBox="1"/>
          <p:nvPr/>
        </p:nvSpPr>
        <p:spPr>
          <a:xfrm>
            <a:off x="1563911" y="1401794"/>
            <a:ext cx="14556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RAG </a:t>
            </a:r>
            <a:endParaRPr b="1">
              <a:solidFill>
                <a:srgbClr val="B2DEFF"/>
              </a:solidFill>
            </a:endParaRPr>
          </a:p>
          <a:p>
            <a:pPr indent="0" lvl="0" marL="0" rtl="0" algn="l">
              <a:spcBef>
                <a:spcPts val="0"/>
              </a:spcBef>
              <a:spcAft>
                <a:spcPts val="0"/>
              </a:spcAft>
              <a:buNone/>
            </a:pPr>
            <a:r>
              <a:rPr lang="en">
                <a:solidFill>
                  <a:schemeClr val="dk1"/>
                </a:solidFill>
              </a:rPr>
              <a:t>(vector search)</a:t>
            </a:r>
            <a:endParaRPr sz="1200">
              <a:latin typeface="IBM Plex Mono"/>
              <a:ea typeface="IBM Plex Mono"/>
              <a:cs typeface="IBM Plex Mono"/>
              <a:sym typeface="IBM Plex Mono"/>
            </a:endParaRPr>
          </a:p>
        </p:txBody>
      </p:sp>
      <p:sp>
        <p:nvSpPr>
          <p:cNvPr id="3007" name="Google Shape;3007;p228"/>
          <p:cNvSpPr txBox="1"/>
          <p:nvPr/>
        </p:nvSpPr>
        <p:spPr>
          <a:xfrm>
            <a:off x="534463" y="2317925"/>
            <a:ext cx="21480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Filesystem search </a:t>
            </a:r>
            <a:endParaRPr b="1">
              <a:solidFill>
                <a:srgbClr val="B2DEFF"/>
              </a:solidFill>
            </a:endParaRPr>
          </a:p>
          <a:p>
            <a:pPr indent="0" lvl="0" marL="0" rtl="0" algn="l">
              <a:spcBef>
                <a:spcPts val="0"/>
              </a:spcBef>
              <a:spcAft>
                <a:spcPts val="0"/>
              </a:spcAft>
              <a:buNone/>
            </a:pPr>
            <a:r>
              <a:rPr lang="en">
                <a:solidFill>
                  <a:schemeClr val="dk1"/>
                </a:solidFill>
              </a:rPr>
              <a:t>(ls, glob, grep, read_file)</a:t>
            </a:r>
            <a:endParaRPr>
              <a:solidFill>
                <a:schemeClr val="dk1"/>
              </a:solidFill>
            </a:endParaRPr>
          </a:p>
          <a:p>
            <a:pPr indent="0" lvl="0" marL="0" rtl="0" algn="l">
              <a:spcBef>
                <a:spcPts val="0"/>
              </a:spcBef>
              <a:spcAft>
                <a:spcPts val="0"/>
              </a:spcAft>
              <a:buNone/>
            </a:pPr>
            <a:r>
              <a:t/>
            </a:r>
            <a:endParaRPr b="1">
              <a:solidFill>
                <a:srgbClr val="B2DEFF"/>
              </a:solidFill>
            </a:endParaRPr>
          </a:p>
        </p:txBody>
      </p:sp>
      <p:sp>
        <p:nvSpPr>
          <p:cNvPr id="3008" name="Google Shape;3008;p228"/>
          <p:cNvSpPr txBox="1"/>
          <p:nvPr/>
        </p:nvSpPr>
        <p:spPr>
          <a:xfrm>
            <a:off x="2007825" y="3234050"/>
            <a:ext cx="7539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Skills</a:t>
            </a:r>
            <a:endParaRPr b="1">
              <a:solidFill>
                <a:srgbClr val="B2DEFF"/>
              </a:solidFill>
            </a:endParaRPr>
          </a:p>
        </p:txBody>
      </p:sp>
      <p:sp>
        <p:nvSpPr>
          <p:cNvPr id="3009" name="Google Shape;3009;p228"/>
          <p:cNvSpPr txBox="1"/>
          <p:nvPr/>
        </p:nvSpPr>
        <p:spPr>
          <a:xfrm>
            <a:off x="1100932" y="4005150"/>
            <a:ext cx="21480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Subagent as retriever</a:t>
            </a:r>
            <a:endParaRPr b="1">
              <a:solidFill>
                <a:srgbClr val="B2DEFF"/>
              </a:solidFill>
            </a:endParaRPr>
          </a:p>
          <a:p>
            <a:pPr indent="0" lvl="0" marL="0" rtl="0" algn="l">
              <a:spcBef>
                <a:spcPts val="0"/>
              </a:spcBef>
              <a:spcAft>
                <a:spcPts val="0"/>
              </a:spcAft>
              <a:buNone/>
            </a:pPr>
            <a:r>
              <a:t/>
            </a:r>
            <a:endParaRPr b="1">
              <a:solidFill>
                <a:srgbClr val="B2DE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3" name="Shape 3013"/>
        <p:cNvGrpSpPr/>
        <p:nvPr/>
      </p:nvGrpSpPr>
      <p:grpSpPr>
        <a:xfrm>
          <a:off x="0" y="0"/>
          <a:ext cx="0" cy="0"/>
          <a:chOff x="0" y="0"/>
          <a:chExt cx="0" cy="0"/>
        </a:xfrm>
      </p:grpSpPr>
      <p:sp>
        <p:nvSpPr>
          <p:cNvPr id="3014" name="Google Shape;3014;p229"/>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3015" name="Google Shape;3015;p229"/>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16" name="Google Shape;3016;p229"/>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3017" name="Google Shape;3017;p229"/>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3018" name="Google Shape;3018;p229"/>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19" name="Google Shape;3019;p229"/>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3020" name="Google Shape;3020;p229"/>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1" name="Google Shape;3021;p229"/>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3022" name="Google Shape;3022;p229"/>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3" name="Google Shape;3023;p229"/>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3024" name="Google Shape;3024;p229"/>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5" name="Google Shape;3025;p229"/>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3026" name="Google Shape;3026;p229"/>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7" name="Google Shape;3027;p229"/>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3028" name="Google Shape;3028;p229"/>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9" name="Google Shape;3029;p229"/>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3030" name="Google Shape;3030;p229"/>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31" name="Google Shape;3031;p229"/>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3032" name="Google Shape;3032;p229"/>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33" name="Google Shape;3033;p229"/>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3034" name="Google Shape;3034;p229"/>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3035" name="Google Shape;3035;p229"/>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3036" name="Google Shape;3036;p229"/>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3037" name="Google Shape;3037;p229"/>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3038" name="Google Shape;3038;p229"/>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3039" name="Google Shape;3039;p229"/>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3040" name="Google Shape;3040;p229"/>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41" name="Google Shape;3041;p229"/>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3042" name="Google Shape;3042;p229"/>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3043" name="Google Shape;3043;p229"/>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44" name="Google Shape;3044;p229"/>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3045" name="Google Shape;3045;p229"/>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46" name="Google Shape;3046;p229"/>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0" name="Shape 3050"/>
        <p:cNvGrpSpPr/>
        <p:nvPr/>
      </p:nvGrpSpPr>
      <p:grpSpPr>
        <a:xfrm>
          <a:off x="0" y="0"/>
          <a:ext cx="0" cy="0"/>
          <a:chOff x="0" y="0"/>
          <a:chExt cx="0" cy="0"/>
        </a:xfrm>
      </p:grpSpPr>
      <p:sp>
        <p:nvSpPr>
          <p:cNvPr id="3051" name="Google Shape;3051;p230"/>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a:t>
            </a:r>
            <a:endParaRPr/>
          </a:p>
        </p:txBody>
      </p:sp>
      <p:sp>
        <p:nvSpPr>
          <p:cNvPr id="3052" name="Google Shape;3052;p230"/>
          <p:cNvSpPr txBox="1"/>
          <p:nvPr/>
        </p:nvSpPr>
        <p:spPr>
          <a:xfrm>
            <a:off x="311700" y="919775"/>
            <a:ext cx="8240700" cy="10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highlight>
                  <a:srgbClr val="313A4E"/>
                </a:highlight>
                <a:latin typeface="Inter Tight"/>
                <a:ea typeface="Inter Tight"/>
                <a:cs typeface="Inter Tight"/>
                <a:sym typeface="Inter Tight"/>
              </a:rPr>
              <a:t>pull_market_report</a:t>
            </a:r>
            <a:r>
              <a:rPr lang="en" sz="1500">
                <a:solidFill>
                  <a:schemeClr val="dk1"/>
                </a:solidFill>
                <a:latin typeface="Inter Tight"/>
                <a:ea typeface="Inter Tight"/>
                <a:cs typeface="Inter Tight"/>
                <a:sym typeface="Inter Tight"/>
              </a:rPr>
              <a:t> (a tool) simulates a market-intelligence API: </a:t>
            </a:r>
            <a:endParaRPr sz="1500">
              <a:solidFill>
                <a:schemeClr val="dk1"/>
              </a:solidFill>
              <a:latin typeface="Inter Tight"/>
              <a:ea typeface="Inter Tight"/>
              <a:cs typeface="Inter Tight"/>
              <a:sym typeface="Inter Tight"/>
            </a:endParaRPr>
          </a:p>
          <a:p>
            <a:pPr indent="-323850" lvl="0" marL="457200" rtl="0" algn="l">
              <a:spcBef>
                <a:spcPts val="0"/>
              </a:spcBef>
              <a:spcAft>
                <a:spcPts val="0"/>
              </a:spcAft>
              <a:buClr>
                <a:schemeClr val="dk1"/>
              </a:buClr>
              <a:buSzPts val="1500"/>
              <a:buFont typeface="Inter Tight"/>
              <a:buChar char="-"/>
            </a:pPr>
            <a:r>
              <a:rPr lang="en" sz="1500">
                <a:solidFill>
                  <a:schemeClr val="dk1"/>
                </a:solidFill>
                <a:latin typeface="Inter Tight"/>
                <a:ea typeface="Inter Tight"/>
                <a:cs typeface="Inter Tight"/>
                <a:sym typeface="Inter Tight"/>
              </a:rPr>
              <a:t>using Faker (a library for generating realistic fake data)</a:t>
            </a:r>
            <a:endParaRPr sz="1500">
              <a:solidFill>
                <a:schemeClr val="dk1"/>
              </a:solidFill>
              <a:latin typeface="Inter Tight"/>
              <a:ea typeface="Inter Tight"/>
              <a:cs typeface="Inter Tight"/>
              <a:sym typeface="Inter Tight"/>
            </a:endParaRPr>
          </a:p>
          <a:p>
            <a:pPr indent="-323850" lvl="0" marL="457200" rtl="0" algn="l">
              <a:spcBef>
                <a:spcPts val="0"/>
              </a:spcBef>
              <a:spcAft>
                <a:spcPts val="0"/>
              </a:spcAft>
              <a:buClr>
                <a:schemeClr val="dk1"/>
              </a:buClr>
              <a:buSzPts val="1500"/>
              <a:buFont typeface="Inter Tight"/>
              <a:buChar char="-"/>
            </a:pPr>
            <a:r>
              <a:rPr lang="en" sz="1500">
                <a:solidFill>
                  <a:schemeClr val="dk1"/>
                </a:solidFill>
                <a:latin typeface="Inter Tight"/>
                <a:ea typeface="Inter Tight"/>
                <a:cs typeface="Inter Tight"/>
                <a:sym typeface="Inter Tight"/>
              </a:rPr>
              <a:t>it returns a full report instead of a summary </a:t>
            </a:r>
            <a:endParaRPr sz="1500">
              <a:solidFill>
                <a:schemeClr val="dk1"/>
              </a:solidFill>
              <a:latin typeface="Inter Tight"/>
              <a:ea typeface="Inter Tight"/>
              <a:cs typeface="Inter Tight"/>
              <a:sym typeface="Inter Tight"/>
            </a:endParaRPr>
          </a:p>
          <a:p>
            <a:pPr indent="-323850" lvl="1" marL="914400" rtl="0" algn="l">
              <a:spcBef>
                <a:spcPts val="0"/>
              </a:spcBef>
              <a:spcAft>
                <a:spcPts val="0"/>
              </a:spcAft>
              <a:buClr>
                <a:schemeClr val="dk1"/>
              </a:buClr>
              <a:buSzPts val="1500"/>
              <a:buFont typeface="Inter Tight"/>
              <a:buChar char="-"/>
            </a:pPr>
            <a:r>
              <a:rPr lang="en" sz="1500">
                <a:solidFill>
                  <a:schemeClr val="dk1"/>
                </a:solidFill>
                <a:latin typeface="Inter Tight"/>
                <a:ea typeface="Inter Tight"/>
                <a:cs typeface="Inter Tight"/>
                <a:sym typeface="Inter Tight"/>
              </a:rPr>
              <a:t>(a large output, just like a real research API would give).</a:t>
            </a:r>
            <a:endParaRPr sz="1500">
              <a:solidFill>
                <a:schemeClr val="dk1"/>
              </a:solidFill>
              <a:latin typeface="Inter Tight"/>
              <a:ea typeface="Inter Tight"/>
              <a:cs typeface="Inter Tight"/>
              <a:sym typeface="Inter Tight"/>
            </a:endParaRPr>
          </a:p>
        </p:txBody>
      </p:sp>
      <p:pic>
        <p:nvPicPr>
          <p:cNvPr id="3053" name="Google Shape;3053;p230" title="Screenshot 2026-10-05 at 11.25.38 AM.png"/>
          <p:cNvPicPr preferRelativeResize="0"/>
          <p:nvPr/>
        </p:nvPicPr>
        <p:blipFill>
          <a:blip r:embed="rId3">
            <a:alphaModFix/>
          </a:blip>
          <a:stretch>
            <a:fillRect/>
          </a:stretch>
        </p:blipFill>
        <p:spPr>
          <a:xfrm>
            <a:off x="152400" y="2262975"/>
            <a:ext cx="8839199" cy="19327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7" name="Shape 3057"/>
        <p:cNvGrpSpPr/>
        <p:nvPr/>
      </p:nvGrpSpPr>
      <p:grpSpPr>
        <a:xfrm>
          <a:off x="0" y="0"/>
          <a:ext cx="0" cy="0"/>
          <a:chOff x="0" y="0"/>
          <a:chExt cx="0" cy="0"/>
        </a:xfrm>
      </p:grpSpPr>
      <p:sp>
        <p:nvSpPr>
          <p:cNvPr id="3058" name="Google Shape;3058;p231"/>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Offloading (code)</a:t>
            </a:r>
            <a:endParaRPr/>
          </a:p>
        </p:txBody>
      </p:sp>
      <p:pic>
        <p:nvPicPr>
          <p:cNvPr id="3059" name="Google Shape;3059;p231" title="Screenshot 2026-10-05 at 1.55.28 PM.png"/>
          <p:cNvPicPr preferRelativeResize="0"/>
          <p:nvPr/>
        </p:nvPicPr>
        <p:blipFill rotWithShape="1">
          <a:blip r:embed="rId3">
            <a:alphaModFix/>
          </a:blip>
          <a:srcRect b="52338" l="0" r="0" t="0"/>
          <a:stretch/>
        </p:blipFill>
        <p:spPr>
          <a:xfrm>
            <a:off x="311700" y="1011376"/>
            <a:ext cx="8412799" cy="1285825"/>
          </a:xfrm>
          <a:prstGeom prst="rect">
            <a:avLst/>
          </a:prstGeom>
          <a:noFill/>
          <a:ln>
            <a:noFill/>
          </a:ln>
        </p:spPr>
      </p:pic>
      <p:pic>
        <p:nvPicPr>
          <p:cNvPr id="3060" name="Google Shape;3060;p231" title="Screenshot 2026-10-05 at 1.55.28 PM.png"/>
          <p:cNvPicPr preferRelativeResize="0"/>
          <p:nvPr/>
        </p:nvPicPr>
        <p:blipFill rotWithShape="1">
          <a:blip r:embed="rId3">
            <a:alphaModFix/>
          </a:blip>
          <a:srcRect b="0" l="0" r="0" t="50155"/>
          <a:stretch/>
        </p:blipFill>
        <p:spPr>
          <a:xfrm>
            <a:off x="311700" y="2297216"/>
            <a:ext cx="8412799" cy="1344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4" name="Shape 3064"/>
        <p:cNvGrpSpPr/>
        <p:nvPr/>
      </p:nvGrpSpPr>
      <p:grpSpPr>
        <a:xfrm>
          <a:off x="0" y="0"/>
          <a:ext cx="0" cy="0"/>
          <a:chOff x="0" y="0"/>
          <a:chExt cx="0" cy="0"/>
        </a:xfrm>
      </p:grpSpPr>
      <p:sp>
        <p:nvSpPr>
          <p:cNvPr id="3065" name="Google Shape;3065;p232"/>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Offloading (output)</a:t>
            </a:r>
            <a:endParaRPr/>
          </a:p>
        </p:txBody>
      </p:sp>
      <p:pic>
        <p:nvPicPr>
          <p:cNvPr id="3066" name="Google Shape;3066;p232" title="Screenshot 2026-10-05 at 11.41.53 AM.png"/>
          <p:cNvPicPr preferRelativeResize="0"/>
          <p:nvPr/>
        </p:nvPicPr>
        <p:blipFill rotWithShape="1">
          <a:blip r:embed="rId3">
            <a:alphaModFix/>
          </a:blip>
          <a:srcRect b="73591" l="0" r="685" t="0"/>
          <a:stretch/>
        </p:blipFill>
        <p:spPr>
          <a:xfrm>
            <a:off x="311700" y="1164105"/>
            <a:ext cx="8569300" cy="696075"/>
          </a:xfrm>
          <a:prstGeom prst="rect">
            <a:avLst/>
          </a:prstGeom>
          <a:noFill/>
          <a:ln>
            <a:noFill/>
          </a:ln>
        </p:spPr>
      </p:pic>
      <p:pic>
        <p:nvPicPr>
          <p:cNvPr id="3067" name="Google Shape;3067;p232" title="Screenshot 2026-10-05 at 11.41.53 AM.png"/>
          <p:cNvPicPr preferRelativeResize="0"/>
          <p:nvPr/>
        </p:nvPicPr>
        <p:blipFill rotWithShape="1">
          <a:blip r:embed="rId3">
            <a:alphaModFix/>
          </a:blip>
          <a:srcRect b="47181" l="0" r="685" t="26411"/>
          <a:stretch/>
        </p:blipFill>
        <p:spPr>
          <a:xfrm>
            <a:off x="311700" y="1860176"/>
            <a:ext cx="8569300" cy="696075"/>
          </a:xfrm>
          <a:prstGeom prst="rect">
            <a:avLst/>
          </a:prstGeom>
          <a:noFill/>
          <a:ln>
            <a:noFill/>
          </a:ln>
        </p:spPr>
      </p:pic>
      <p:pic>
        <p:nvPicPr>
          <p:cNvPr id="3068" name="Google Shape;3068;p232" title="Screenshot 2026-10-05 at 11.41.53 AM.png"/>
          <p:cNvPicPr preferRelativeResize="0"/>
          <p:nvPr/>
        </p:nvPicPr>
        <p:blipFill rotWithShape="1">
          <a:blip r:embed="rId3">
            <a:alphaModFix/>
          </a:blip>
          <a:srcRect b="0" l="0" r="685" t="52819"/>
          <a:stretch/>
        </p:blipFill>
        <p:spPr>
          <a:xfrm>
            <a:off x="311700" y="2533839"/>
            <a:ext cx="8569300" cy="124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2" name="Shape 3072"/>
        <p:cNvGrpSpPr/>
        <p:nvPr/>
      </p:nvGrpSpPr>
      <p:grpSpPr>
        <a:xfrm>
          <a:off x="0" y="0"/>
          <a:ext cx="0" cy="0"/>
          <a:chOff x="0" y="0"/>
          <a:chExt cx="0" cy="0"/>
        </a:xfrm>
      </p:grpSpPr>
      <p:sp>
        <p:nvSpPr>
          <p:cNvPr id="3073" name="Google Shape;3073;p233"/>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Subagents (code)</a:t>
            </a:r>
            <a:endParaRPr/>
          </a:p>
        </p:txBody>
      </p:sp>
      <p:pic>
        <p:nvPicPr>
          <p:cNvPr id="3074" name="Google Shape;3074;p233" title="Screenshot 2026-10-05 at 11.44.17 AM.png"/>
          <p:cNvPicPr preferRelativeResize="0"/>
          <p:nvPr/>
        </p:nvPicPr>
        <p:blipFill rotWithShape="1">
          <a:blip r:embed="rId3">
            <a:alphaModFix/>
          </a:blip>
          <a:srcRect b="40331" l="0" r="0" t="0"/>
          <a:stretch/>
        </p:blipFill>
        <p:spPr>
          <a:xfrm>
            <a:off x="311700" y="899525"/>
            <a:ext cx="5559200" cy="2374725"/>
          </a:xfrm>
          <a:prstGeom prst="rect">
            <a:avLst/>
          </a:prstGeom>
          <a:noFill/>
          <a:ln>
            <a:noFill/>
          </a:ln>
        </p:spPr>
      </p:pic>
      <p:pic>
        <p:nvPicPr>
          <p:cNvPr id="3075" name="Google Shape;3075;p233" title="Screenshot 2026-10-05 at 11.44.17 AM.png"/>
          <p:cNvPicPr preferRelativeResize="0"/>
          <p:nvPr/>
        </p:nvPicPr>
        <p:blipFill rotWithShape="1">
          <a:blip r:embed="rId3">
            <a:alphaModFix/>
          </a:blip>
          <a:srcRect b="19827" l="0" r="0" t="61027"/>
          <a:stretch/>
        </p:blipFill>
        <p:spPr>
          <a:xfrm>
            <a:off x="311700" y="3249705"/>
            <a:ext cx="5559200" cy="762000"/>
          </a:xfrm>
          <a:prstGeom prst="rect">
            <a:avLst/>
          </a:prstGeom>
          <a:noFill/>
          <a:ln>
            <a:noFill/>
          </a:ln>
        </p:spPr>
      </p:pic>
      <p:pic>
        <p:nvPicPr>
          <p:cNvPr id="3076" name="Google Shape;3076;p233" title="Screenshot 2026-10-05 at 11.44.17 AM.png"/>
          <p:cNvPicPr preferRelativeResize="0"/>
          <p:nvPr/>
        </p:nvPicPr>
        <p:blipFill rotWithShape="1">
          <a:blip r:embed="rId3">
            <a:alphaModFix/>
          </a:blip>
          <a:srcRect b="0" l="0" r="0" t="80853"/>
          <a:stretch/>
        </p:blipFill>
        <p:spPr>
          <a:xfrm>
            <a:off x="311700" y="4003051"/>
            <a:ext cx="5559200" cy="76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0" name="Shape 3080"/>
        <p:cNvGrpSpPr/>
        <p:nvPr/>
      </p:nvGrpSpPr>
      <p:grpSpPr>
        <a:xfrm>
          <a:off x="0" y="0"/>
          <a:ext cx="0" cy="0"/>
          <a:chOff x="0" y="0"/>
          <a:chExt cx="0" cy="0"/>
        </a:xfrm>
      </p:grpSpPr>
      <p:sp>
        <p:nvSpPr>
          <p:cNvPr id="3081" name="Google Shape;3081;p234"/>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Subagents (output)</a:t>
            </a:r>
            <a:endParaRPr/>
          </a:p>
        </p:txBody>
      </p:sp>
      <p:pic>
        <p:nvPicPr>
          <p:cNvPr id="3082" name="Google Shape;3082;p234" title="Screenshot 2026-10-05 at 11.46.07 AM.png"/>
          <p:cNvPicPr preferRelativeResize="0"/>
          <p:nvPr/>
        </p:nvPicPr>
        <p:blipFill rotWithShape="1">
          <a:blip r:embed="rId3">
            <a:alphaModFix/>
          </a:blip>
          <a:srcRect b="61870" l="0" r="1410" t="0"/>
          <a:stretch/>
        </p:blipFill>
        <p:spPr>
          <a:xfrm>
            <a:off x="311700" y="982900"/>
            <a:ext cx="8574925" cy="866075"/>
          </a:xfrm>
          <a:prstGeom prst="rect">
            <a:avLst/>
          </a:prstGeom>
          <a:noFill/>
          <a:ln>
            <a:noFill/>
          </a:ln>
        </p:spPr>
      </p:pic>
      <p:pic>
        <p:nvPicPr>
          <p:cNvPr id="3083" name="Google Shape;3083;p234" title="Screenshot 2026-10-05 at 11.46.07 AM.png"/>
          <p:cNvPicPr preferRelativeResize="0"/>
          <p:nvPr/>
        </p:nvPicPr>
        <p:blipFill rotWithShape="1">
          <a:blip r:embed="rId3">
            <a:alphaModFix/>
          </a:blip>
          <a:srcRect b="18452" l="0" r="1410" t="38132"/>
          <a:stretch/>
        </p:blipFill>
        <p:spPr>
          <a:xfrm>
            <a:off x="311700" y="1848975"/>
            <a:ext cx="8574925" cy="986125"/>
          </a:xfrm>
          <a:prstGeom prst="rect">
            <a:avLst/>
          </a:prstGeom>
          <a:noFill/>
          <a:ln>
            <a:noFill/>
          </a:ln>
        </p:spPr>
      </p:pic>
      <p:pic>
        <p:nvPicPr>
          <p:cNvPr id="3084" name="Google Shape;3084;p234" title="Screenshot 2026-10-05 at 11.46.07 AM.png"/>
          <p:cNvPicPr preferRelativeResize="0"/>
          <p:nvPr/>
        </p:nvPicPr>
        <p:blipFill rotWithShape="1">
          <a:blip r:embed="rId3">
            <a:alphaModFix/>
          </a:blip>
          <a:srcRect b="0" l="0" r="1410" t="80659"/>
          <a:stretch/>
        </p:blipFill>
        <p:spPr>
          <a:xfrm>
            <a:off x="311700" y="2823894"/>
            <a:ext cx="8574925" cy="43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8" name="Shape 3088"/>
        <p:cNvGrpSpPr/>
        <p:nvPr/>
      </p:nvGrpSpPr>
      <p:grpSpPr>
        <a:xfrm>
          <a:off x="0" y="0"/>
          <a:ext cx="0" cy="0"/>
          <a:chOff x="0" y="0"/>
          <a:chExt cx="0" cy="0"/>
        </a:xfrm>
      </p:grpSpPr>
      <p:sp>
        <p:nvSpPr>
          <p:cNvPr id="3089" name="Google Shape;3089;p235"/>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Summarization (code)</a:t>
            </a:r>
            <a:endParaRPr/>
          </a:p>
        </p:txBody>
      </p:sp>
      <p:pic>
        <p:nvPicPr>
          <p:cNvPr id="3090" name="Google Shape;3090;p235" title="Screenshot 2026-10-05 at 1.40.41 PM.png"/>
          <p:cNvPicPr preferRelativeResize="0"/>
          <p:nvPr/>
        </p:nvPicPr>
        <p:blipFill rotWithShape="1">
          <a:blip r:embed="rId3">
            <a:alphaModFix/>
          </a:blip>
          <a:srcRect b="60380" l="0" r="0" t="0"/>
          <a:stretch/>
        </p:blipFill>
        <p:spPr>
          <a:xfrm>
            <a:off x="311700" y="1011368"/>
            <a:ext cx="8105775" cy="1184975"/>
          </a:xfrm>
          <a:prstGeom prst="rect">
            <a:avLst/>
          </a:prstGeom>
          <a:noFill/>
          <a:ln>
            <a:noFill/>
          </a:ln>
        </p:spPr>
      </p:pic>
      <p:pic>
        <p:nvPicPr>
          <p:cNvPr id="3091" name="Google Shape;3091;p235" title="Screenshot 2026-10-05 at 1.40.41 PM.png"/>
          <p:cNvPicPr preferRelativeResize="0"/>
          <p:nvPr/>
        </p:nvPicPr>
        <p:blipFill rotWithShape="1">
          <a:blip r:embed="rId3">
            <a:alphaModFix/>
          </a:blip>
          <a:srcRect b="39733" l="0" r="0" t="41118"/>
          <a:stretch/>
        </p:blipFill>
        <p:spPr>
          <a:xfrm>
            <a:off x="311700" y="2173930"/>
            <a:ext cx="8105775" cy="572700"/>
          </a:xfrm>
          <a:prstGeom prst="rect">
            <a:avLst/>
          </a:prstGeom>
          <a:noFill/>
          <a:ln>
            <a:noFill/>
          </a:ln>
        </p:spPr>
      </p:pic>
      <p:pic>
        <p:nvPicPr>
          <p:cNvPr id="3092" name="Google Shape;3092;p235" title="Screenshot 2026-10-05 at 1.40.41 PM.png"/>
          <p:cNvPicPr preferRelativeResize="0"/>
          <p:nvPr/>
        </p:nvPicPr>
        <p:blipFill rotWithShape="1">
          <a:blip r:embed="rId3">
            <a:alphaModFix/>
          </a:blip>
          <a:srcRect b="0" l="0" r="0" t="60379"/>
          <a:stretch/>
        </p:blipFill>
        <p:spPr>
          <a:xfrm>
            <a:off x="311700" y="2746628"/>
            <a:ext cx="8105775" cy="1184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6" name="Shape 3096"/>
        <p:cNvGrpSpPr/>
        <p:nvPr/>
      </p:nvGrpSpPr>
      <p:grpSpPr>
        <a:xfrm>
          <a:off x="0" y="0"/>
          <a:ext cx="0" cy="0"/>
          <a:chOff x="0" y="0"/>
          <a:chExt cx="0" cy="0"/>
        </a:xfrm>
      </p:grpSpPr>
      <p:sp>
        <p:nvSpPr>
          <p:cNvPr id="3097" name="Google Shape;3097;p236"/>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Summarization (code)</a:t>
            </a:r>
            <a:endParaRPr/>
          </a:p>
        </p:txBody>
      </p:sp>
      <p:pic>
        <p:nvPicPr>
          <p:cNvPr id="3098" name="Google Shape;3098;p236" title="Screenshot 2026-10-05 at 1.41.21 PM.png"/>
          <p:cNvPicPr preferRelativeResize="0"/>
          <p:nvPr/>
        </p:nvPicPr>
        <p:blipFill rotWithShape="1">
          <a:blip r:embed="rId3">
            <a:alphaModFix/>
          </a:blip>
          <a:srcRect b="65541" l="0" r="0" t="0"/>
          <a:stretch/>
        </p:blipFill>
        <p:spPr>
          <a:xfrm>
            <a:off x="311700" y="1068325"/>
            <a:ext cx="8520600" cy="1049475"/>
          </a:xfrm>
          <a:prstGeom prst="rect">
            <a:avLst/>
          </a:prstGeom>
          <a:noFill/>
          <a:ln>
            <a:noFill/>
          </a:ln>
        </p:spPr>
      </p:pic>
      <p:pic>
        <p:nvPicPr>
          <p:cNvPr id="3099" name="Google Shape;3099;p236" title="Screenshot 2026-10-05 at 1.41.21 PM.png"/>
          <p:cNvPicPr preferRelativeResize="0"/>
          <p:nvPr/>
        </p:nvPicPr>
        <p:blipFill rotWithShape="1">
          <a:blip r:embed="rId3">
            <a:alphaModFix/>
          </a:blip>
          <a:srcRect b="51929" l="0" r="0" t="35095"/>
          <a:stretch/>
        </p:blipFill>
        <p:spPr>
          <a:xfrm>
            <a:off x="311700" y="2117799"/>
            <a:ext cx="8520600" cy="395175"/>
          </a:xfrm>
          <a:prstGeom prst="rect">
            <a:avLst/>
          </a:prstGeom>
          <a:noFill/>
          <a:ln>
            <a:noFill/>
          </a:ln>
        </p:spPr>
      </p:pic>
      <p:pic>
        <p:nvPicPr>
          <p:cNvPr id="3100" name="Google Shape;3100;p236" title="Screenshot 2026-10-05 at 1.41.21 PM.png"/>
          <p:cNvPicPr preferRelativeResize="0"/>
          <p:nvPr/>
        </p:nvPicPr>
        <p:blipFill rotWithShape="1">
          <a:blip r:embed="rId3">
            <a:alphaModFix/>
          </a:blip>
          <a:srcRect b="46934" l="0" r="0" t="47742"/>
          <a:stretch/>
        </p:blipFill>
        <p:spPr>
          <a:xfrm>
            <a:off x="311700" y="2512990"/>
            <a:ext cx="8520600" cy="162125"/>
          </a:xfrm>
          <a:prstGeom prst="rect">
            <a:avLst/>
          </a:prstGeom>
          <a:noFill/>
          <a:ln>
            <a:noFill/>
          </a:ln>
        </p:spPr>
      </p:pic>
      <p:pic>
        <p:nvPicPr>
          <p:cNvPr id="3101" name="Google Shape;3101;p236" title="Screenshot 2026-10-05 at 1.41.21 PM.png"/>
          <p:cNvPicPr preferRelativeResize="0"/>
          <p:nvPr/>
        </p:nvPicPr>
        <p:blipFill rotWithShape="1">
          <a:blip r:embed="rId3">
            <a:alphaModFix/>
          </a:blip>
          <a:srcRect b="0" l="0" r="0" t="55988"/>
          <a:stretch/>
        </p:blipFill>
        <p:spPr>
          <a:xfrm>
            <a:off x="311700" y="2675156"/>
            <a:ext cx="8520600" cy="134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5" name="Shape 3105"/>
        <p:cNvGrpSpPr/>
        <p:nvPr/>
      </p:nvGrpSpPr>
      <p:grpSpPr>
        <a:xfrm>
          <a:off x="0" y="0"/>
          <a:ext cx="0" cy="0"/>
          <a:chOff x="0" y="0"/>
          <a:chExt cx="0" cy="0"/>
        </a:xfrm>
      </p:grpSpPr>
      <p:sp>
        <p:nvSpPr>
          <p:cNvPr id="3106" name="Google Shape;3106;p237"/>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Summarization (output)</a:t>
            </a:r>
            <a:endParaRPr/>
          </a:p>
        </p:txBody>
      </p:sp>
      <p:pic>
        <p:nvPicPr>
          <p:cNvPr id="3107" name="Google Shape;3107;p237" title="Screenshot 2026-10-05 at 1.46.03 PM.png"/>
          <p:cNvPicPr preferRelativeResize="0"/>
          <p:nvPr/>
        </p:nvPicPr>
        <p:blipFill rotWithShape="1">
          <a:blip r:embed="rId3">
            <a:alphaModFix/>
          </a:blip>
          <a:srcRect b="74900" l="567" r="0" t="1104"/>
          <a:stretch/>
        </p:blipFill>
        <p:spPr>
          <a:xfrm>
            <a:off x="311700" y="1040054"/>
            <a:ext cx="8605324" cy="379626"/>
          </a:xfrm>
          <a:prstGeom prst="rect">
            <a:avLst/>
          </a:prstGeom>
          <a:noFill/>
          <a:ln>
            <a:noFill/>
          </a:ln>
        </p:spPr>
      </p:pic>
      <p:pic>
        <p:nvPicPr>
          <p:cNvPr id="3108" name="Google Shape;3108;p237" title="Screenshot 2026-10-05 at 1.46.03 PM.png"/>
          <p:cNvPicPr preferRelativeResize="0"/>
          <p:nvPr/>
        </p:nvPicPr>
        <p:blipFill rotWithShape="1">
          <a:blip r:embed="rId3">
            <a:alphaModFix/>
          </a:blip>
          <a:srcRect b="34552" l="567" r="0" t="25098"/>
          <a:stretch/>
        </p:blipFill>
        <p:spPr>
          <a:xfrm>
            <a:off x="311700" y="1408475"/>
            <a:ext cx="8605324" cy="638375"/>
          </a:xfrm>
          <a:prstGeom prst="rect">
            <a:avLst/>
          </a:prstGeom>
          <a:noFill/>
          <a:ln>
            <a:noFill/>
          </a:ln>
        </p:spPr>
      </p:pic>
      <p:pic>
        <p:nvPicPr>
          <p:cNvPr id="3109" name="Google Shape;3109;p237" title="Screenshot 2026-10-05 at 1.46.03 PM.png"/>
          <p:cNvPicPr preferRelativeResize="0"/>
          <p:nvPr/>
        </p:nvPicPr>
        <p:blipFill rotWithShape="1">
          <a:blip r:embed="rId3">
            <a:alphaModFix/>
          </a:blip>
          <a:srcRect b="0" l="567" r="0" t="63801"/>
          <a:stretch/>
        </p:blipFill>
        <p:spPr>
          <a:xfrm>
            <a:off x="311700" y="2007850"/>
            <a:ext cx="8605324" cy="57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3" name="Shape 3113"/>
        <p:cNvGrpSpPr/>
        <p:nvPr/>
      </p:nvGrpSpPr>
      <p:grpSpPr>
        <a:xfrm>
          <a:off x="0" y="0"/>
          <a:ext cx="0" cy="0"/>
          <a:chOff x="0" y="0"/>
          <a:chExt cx="0" cy="0"/>
        </a:xfrm>
      </p:grpSpPr>
      <p:sp>
        <p:nvSpPr>
          <p:cNvPr id="3114" name="Google Shape;3114;p238"/>
          <p:cNvSpPr txBox="1"/>
          <p:nvPr>
            <p:ph type="title"/>
          </p:nvPr>
        </p:nvSpPr>
        <p:spPr>
          <a:xfrm>
            <a:off x="311700" y="286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To learn more:</a:t>
            </a:r>
            <a:endParaRPr>
              <a:solidFill>
                <a:srgbClr val="80C7FF"/>
              </a:solidFill>
            </a:endParaRPr>
          </a:p>
        </p:txBody>
      </p:sp>
      <p:sp>
        <p:nvSpPr>
          <p:cNvPr id="3115" name="Google Shape;3115;p238"/>
          <p:cNvSpPr txBox="1"/>
          <p:nvPr>
            <p:ph idx="1" type="body"/>
          </p:nvPr>
        </p:nvSpPr>
        <p:spPr>
          <a:xfrm>
            <a:off x="353119" y="912275"/>
            <a:ext cx="4202700" cy="4926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2000">
                <a:solidFill>
                  <a:srgbClr val="80C7FF"/>
                </a:solidFill>
              </a:rPr>
              <a:t>Head over to LangChain Academy!</a:t>
            </a:r>
            <a:endParaRPr sz="2000">
              <a:solidFill>
                <a:srgbClr val="80C7FF"/>
              </a:solidFill>
            </a:endParaRPr>
          </a:p>
        </p:txBody>
      </p:sp>
      <p:pic>
        <p:nvPicPr>
          <p:cNvPr id="3116" name="Google Shape;3116;p238" title="academy-langchain-com-courses.png"/>
          <p:cNvPicPr preferRelativeResize="0"/>
          <p:nvPr/>
        </p:nvPicPr>
        <p:blipFill>
          <a:blip r:embed="rId3">
            <a:alphaModFix/>
          </a:blip>
          <a:stretch>
            <a:fillRect/>
          </a:stretch>
        </p:blipFill>
        <p:spPr>
          <a:xfrm>
            <a:off x="440425" y="1458175"/>
            <a:ext cx="2567475" cy="2567475"/>
          </a:xfrm>
          <a:prstGeom prst="rect">
            <a:avLst/>
          </a:prstGeom>
          <a:noFill/>
          <a:ln>
            <a:noFill/>
          </a:ln>
        </p:spPr>
      </p:pic>
      <p:sp>
        <p:nvSpPr>
          <p:cNvPr id="3117" name="Google Shape;3117;p238"/>
          <p:cNvSpPr txBox="1"/>
          <p:nvPr/>
        </p:nvSpPr>
        <p:spPr>
          <a:xfrm>
            <a:off x="440425" y="4207275"/>
            <a:ext cx="42501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E9FF"/>
                </a:solidFill>
                <a:latin typeface="Inter Tight"/>
                <a:ea typeface="Inter Tight"/>
                <a:cs typeface="Inter Tight"/>
                <a:sym typeface="Inter Tight"/>
              </a:rPr>
              <a:t>Link: </a:t>
            </a:r>
            <a:endParaRPr sz="1600">
              <a:solidFill>
                <a:srgbClr val="CCE9FF"/>
              </a:solidFill>
              <a:latin typeface="Inter Tight"/>
              <a:ea typeface="Inter Tight"/>
              <a:cs typeface="Inter Tight"/>
              <a:sym typeface="Inter Tight"/>
            </a:endParaRPr>
          </a:p>
          <a:p>
            <a:pPr indent="0" lvl="0" marL="0" rtl="0" algn="l">
              <a:spcBef>
                <a:spcPts val="0"/>
              </a:spcBef>
              <a:spcAft>
                <a:spcPts val="0"/>
              </a:spcAft>
              <a:buNone/>
            </a:pPr>
            <a:r>
              <a:rPr lang="en" sz="800" u="sng">
                <a:solidFill>
                  <a:schemeClr val="hlink"/>
                </a:solidFill>
                <a:latin typeface="Inter Tight"/>
                <a:ea typeface="Inter Tight"/>
                <a:cs typeface="Inter Tight"/>
                <a:sym typeface="Inter Tight"/>
                <a:hlinkClick r:id="rId4"/>
              </a:rPr>
              <a:t>https://academy.langchain.com/courses/foundation-introduction-to-deepagents</a:t>
            </a:r>
            <a:endParaRPr sz="800">
              <a:solidFill>
                <a:srgbClr val="CCE9FF"/>
              </a:solidFill>
              <a:latin typeface="Inter Tight"/>
              <a:ea typeface="Inter Tight"/>
              <a:cs typeface="Inter Tight"/>
              <a:sym typeface="Inter Tight"/>
            </a:endParaRPr>
          </a:p>
          <a:p>
            <a:pPr indent="0" lvl="0" marL="0" rtl="0" algn="l">
              <a:spcBef>
                <a:spcPts val="0"/>
              </a:spcBef>
              <a:spcAft>
                <a:spcPts val="0"/>
              </a:spcAft>
              <a:buNone/>
            </a:pPr>
            <a:r>
              <a:t/>
            </a:r>
            <a:endParaRPr sz="800">
              <a:solidFill>
                <a:srgbClr val="CCE9FF"/>
              </a:solidFill>
              <a:latin typeface="Inter Tight"/>
              <a:ea typeface="Inter Tight"/>
              <a:cs typeface="Inter Tight"/>
              <a:sym typeface="Inter Tight"/>
            </a:endParaRPr>
          </a:p>
          <a:p>
            <a:pPr indent="0" lvl="0" marL="0" rtl="0" algn="l">
              <a:spcBef>
                <a:spcPts val="0"/>
              </a:spcBef>
              <a:spcAft>
                <a:spcPts val="0"/>
              </a:spcAft>
              <a:buNone/>
            </a:pPr>
            <a:r>
              <a:t/>
            </a:r>
            <a:endParaRPr sz="800">
              <a:solidFill>
                <a:srgbClr val="CCE9FF"/>
              </a:solidFill>
              <a:latin typeface="Inter Tight"/>
              <a:ea typeface="Inter Tight"/>
              <a:cs typeface="Inter Tight"/>
              <a:sym typeface="Inter Tight"/>
            </a:endParaRPr>
          </a:p>
        </p:txBody>
      </p:sp>
      <p:sp>
        <p:nvSpPr>
          <p:cNvPr id="3118" name="Google Shape;3118;p238"/>
          <p:cNvSpPr txBox="1"/>
          <p:nvPr>
            <p:ph idx="1" type="body"/>
          </p:nvPr>
        </p:nvSpPr>
        <p:spPr>
          <a:xfrm>
            <a:off x="5302370" y="912275"/>
            <a:ext cx="2641500" cy="4926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2000">
                <a:solidFill>
                  <a:srgbClr val="FBFBFB"/>
                </a:solidFill>
              </a:rPr>
              <a:t>Github Repo:</a:t>
            </a:r>
            <a:endParaRPr sz="2000">
              <a:solidFill>
                <a:srgbClr val="FBFBFB"/>
              </a:solidFill>
            </a:endParaRPr>
          </a:p>
        </p:txBody>
      </p:sp>
      <p:pic>
        <p:nvPicPr>
          <p:cNvPr id="3119" name="Google Shape;3119;p238" title="github-com-jesswenglc.png"/>
          <p:cNvPicPr preferRelativeResize="0"/>
          <p:nvPr/>
        </p:nvPicPr>
        <p:blipFill>
          <a:blip r:embed="rId5">
            <a:alphaModFix/>
          </a:blip>
          <a:stretch>
            <a:fillRect/>
          </a:stretch>
        </p:blipFill>
        <p:spPr>
          <a:xfrm>
            <a:off x="5420288" y="1477925"/>
            <a:ext cx="2567475" cy="2567475"/>
          </a:xfrm>
          <a:prstGeom prst="rect">
            <a:avLst/>
          </a:prstGeom>
          <a:noFill/>
          <a:ln cap="flat" cmpd="sng" w="9525">
            <a:solidFill>
              <a:srgbClr val="000000"/>
            </a:solidFill>
            <a:prstDash val="solid"/>
            <a:round/>
            <a:headEnd len="sm" w="sm" type="none"/>
            <a:tailEnd len="sm" w="sm" type="none"/>
          </a:ln>
        </p:spPr>
      </p:pic>
      <p:sp>
        <p:nvSpPr>
          <p:cNvPr id="3120" name="Google Shape;3120;p238"/>
          <p:cNvSpPr txBox="1"/>
          <p:nvPr/>
        </p:nvSpPr>
        <p:spPr>
          <a:xfrm>
            <a:off x="5356275" y="4207275"/>
            <a:ext cx="30912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E9FF"/>
                </a:solidFill>
                <a:latin typeface="Inter Tight"/>
                <a:ea typeface="Inter Tight"/>
                <a:cs typeface="Inter Tight"/>
                <a:sym typeface="Inter Tight"/>
              </a:rPr>
              <a:t>Link: </a:t>
            </a:r>
            <a:endParaRPr sz="800">
              <a:solidFill>
                <a:srgbClr val="CCE9FF"/>
              </a:solidFill>
              <a:latin typeface="Inter Tight"/>
              <a:ea typeface="Inter Tight"/>
              <a:cs typeface="Inter Tight"/>
              <a:sym typeface="Inter Tight"/>
            </a:endParaRPr>
          </a:p>
          <a:p>
            <a:pPr indent="0" lvl="0" marL="0" rtl="0" algn="l">
              <a:spcBef>
                <a:spcPts val="0"/>
              </a:spcBef>
              <a:spcAft>
                <a:spcPts val="0"/>
              </a:spcAft>
              <a:buNone/>
            </a:pPr>
            <a:r>
              <a:rPr lang="en" sz="800">
                <a:solidFill>
                  <a:srgbClr val="CCE9FF"/>
                </a:solidFill>
                <a:latin typeface="Inter Tight"/>
                <a:ea typeface="Inter Tight"/>
                <a:cs typeface="Inter Tight"/>
                <a:sym typeface="Inter Tight"/>
              </a:rPr>
              <a:t> </a:t>
            </a:r>
            <a:r>
              <a:rPr lang="en" sz="800" u="sng">
                <a:solidFill>
                  <a:schemeClr val="hlink"/>
                </a:solidFill>
                <a:latin typeface="Inter Tight"/>
                <a:ea typeface="Inter Tight"/>
                <a:cs typeface="Inter Tight"/>
                <a:sym typeface="Inter Tight"/>
                <a:hlinkClick r:id="rId6"/>
              </a:rPr>
              <a:t>https://github.com/jesswenglc/oreilly-agent-memory-showcase</a:t>
            </a:r>
            <a:endParaRPr sz="800">
              <a:solidFill>
                <a:srgbClr val="CCE9FF"/>
              </a:solidFill>
              <a:latin typeface="Inter Tight"/>
              <a:ea typeface="Inter Tight"/>
              <a:cs typeface="Inter Tight"/>
              <a:sym typeface="Inter Tight"/>
            </a:endParaRPr>
          </a:p>
          <a:p>
            <a:pPr indent="0" lvl="0" marL="0" rtl="0" algn="l">
              <a:spcBef>
                <a:spcPts val="0"/>
              </a:spcBef>
              <a:spcAft>
                <a:spcPts val="0"/>
              </a:spcAft>
              <a:buNone/>
            </a:pPr>
            <a:r>
              <a:t/>
            </a:r>
            <a:endParaRPr sz="800">
              <a:solidFill>
                <a:srgbClr val="CCE9FF"/>
              </a:solidFill>
              <a:latin typeface="Inter Tight"/>
              <a:ea typeface="Inter Tight"/>
              <a:cs typeface="Inter Tight"/>
              <a:sym typeface="Inter Tight"/>
            </a:endParaRPr>
          </a:p>
          <a:p>
            <a:pPr indent="0" lvl="0" marL="0" rtl="0" algn="l">
              <a:spcBef>
                <a:spcPts val="0"/>
              </a:spcBef>
              <a:spcAft>
                <a:spcPts val="0"/>
              </a:spcAft>
              <a:buNone/>
            </a:pPr>
            <a:r>
              <a:t/>
            </a:r>
            <a:endParaRPr sz="800">
              <a:solidFill>
                <a:srgbClr val="CCE9FF"/>
              </a:solidFill>
              <a:latin typeface="Inter Tight"/>
              <a:ea typeface="Inter Tight"/>
              <a:cs typeface="Inter Tight"/>
              <a:sym typeface="Inter T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ERRUPT26">
  <a:themeElements>
    <a:clrScheme name="Simple Dark">
      <a:dk1>
        <a:srgbClr val="FFFFFF"/>
      </a:dk1>
      <a:lt1>
        <a:srgbClr val="151810"/>
      </a:lt1>
      <a:dk2>
        <a:srgbClr val="B2B2B2"/>
      </a:dk2>
      <a:lt2>
        <a:srgbClr val="FFFFFF"/>
      </a:lt2>
      <a:accent1>
        <a:srgbClr val="22281E"/>
      </a:accent1>
      <a:accent2>
        <a:srgbClr val="2A0C56"/>
      </a:accent2>
      <a:accent3>
        <a:srgbClr val="C63E3F"/>
      </a:accent3>
      <a:accent4>
        <a:srgbClr val="FDA985"/>
      </a:accent4>
      <a:accent5>
        <a:srgbClr val="FFCD9A"/>
      </a:accent5>
      <a:accent6>
        <a:srgbClr val="EEFF41"/>
      </a:accent6>
      <a:hlink>
        <a:srgbClr val="FFFFFF"/>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ERRUPT26">
  <a:themeElements>
    <a:clrScheme name="Simple Dark">
      <a:dk1>
        <a:srgbClr val="FFFFFF"/>
      </a:dk1>
      <a:lt1>
        <a:srgbClr val="151810"/>
      </a:lt1>
      <a:dk2>
        <a:srgbClr val="B2B2B2"/>
      </a:dk2>
      <a:lt2>
        <a:srgbClr val="FFFFFF"/>
      </a:lt2>
      <a:accent1>
        <a:srgbClr val="22281E"/>
      </a:accent1>
      <a:accent2>
        <a:srgbClr val="2A0C56"/>
      </a:accent2>
      <a:accent3>
        <a:srgbClr val="C63E3F"/>
      </a:accent3>
      <a:accent4>
        <a:srgbClr val="FDA985"/>
      </a:accent4>
      <a:accent5>
        <a:srgbClr val="FFCD9A"/>
      </a:accent5>
      <a:accent6>
        <a:srgbClr val="EEFF41"/>
      </a:accent6>
      <a:hlink>
        <a:srgbClr val="FFFFFF"/>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